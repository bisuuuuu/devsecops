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1.png" ContentType="image/png"/>
  <Override PartName="/ppt/presProps.xml" ContentType="application/vnd.openxmlformats-officedocument.presentationml.presPro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5.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19.xml.rels" ContentType="application/vnd.openxmlformats-package.relationships+xml"/>
  <Override PartName="/ppt/slides/_rels/slide3.xml.rels" ContentType="application/vnd.openxmlformats-package.relationships+xml"/>
  <Override PartName="/ppt/slides/_rels/slide6.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41CA1527-E99A-424E-8167-202DAED4CDF0}"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4" name="PlaceHolder 2"/>
          <p:cNvSpPr>
            <a:spLocks noGrp="1"/>
          </p:cNvSpPr>
          <p:nvPr>
            <p:ph type="subTitle"/>
          </p:nvPr>
        </p:nvSpPr>
        <p:spPr>
          <a:xfrm>
            <a:off x="311760" y="1152360"/>
            <a:ext cx="8520120" cy="341604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sldNum" idx="1"/>
          </p:nvPr>
        </p:nvSpPr>
        <p:spPr/>
        <p:txBody>
          <a:bodyPr/>
          <a:p>
            <a:fld id="{D16883CF-04EA-4A7F-A4DB-3BDC129475E8}"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6" name="PlaceHolder 2"/>
          <p:cNvSpPr>
            <a:spLocks noGrp="1"/>
          </p:cNvSpPr>
          <p:nvPr>
            <p:ph/>
          </p:nvPr>
        </p:nvSpPr>
        <p:spPr>
          <a:xfrm>
            <a:off x="311760" y="1152360"/>
            <a:ext cx="8520120" cy="3416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4" name="PlaceHolder 3"/>
          <p:cNvSpPr>
            <a:spLocks noGrp="1"/>
          </p:cNvSpPr>
          <p:nvPr>
            <p:ph type="sldNum" idx="1"/>
          </p:nvPr>
        </p:nvSpPr>
        <p:spPr/>
        <p:txBody>
          <a:bodyPr/>
          <a:p>
            <a:fld id="{896361C0-E5BD-4081-A60E-61129271C93A}"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8" name="PlaceHolder 2"/>
          <p:cNvSpPr>
            <a:spLocks noGrp="1"/>
          </p:cNvSpPr>
          <p:nvPr>
            <p:ph/>
          </p:nvPr>
        </p:nvSpPr>
        <p:spPr>
          <a:xfrm>
            <a:off x="311760" y="1152360"/>
            <a:ext cx="4157640" cy="3416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9" name="PlaceHolder 3"/>
          <p:cNvSpPr>
            <a:spLocks noGrp="1"/>
          </p:cNvSpPr>
          <p:nvPr>
            <p:ph/>
          </p:nvPr>
        </p:nvSpPr>
        <p:spPr>
          <a:xfrm>
            <a:off x="4677840" y="1152360"/>
            <a:ext cx="4157640" cy="3416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5" name="PlaceHolder 4"/>
          <p:cNvSpPr>
            <a:spLocks noGrp="1"/>
          </p:cNvSpPr>
          <p:nvPr>
            <p:ph type="sldNum" idx="1"/>
          </p:nvPr>
        </p:nvSpPr>
        <p:spPr/>
        <p:txBody>
          <a:bodyPr/>
          <a:p>
            <a:fld id="{B1BEDF11-6D2F-4352-9C20-0BADEA1E7BDD}"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3" name="PlaceHolder 2"/>
          <p:cNvSpPr>
            <a:spLocks noGrp="1"/>
          </p:cNvSpPr>
          <p:nvPr>
            <p:ph type="sldNum" idx="1"/>
          </p:nvPr>
        </p:nvSpPr>
        <p:spPr/>
        <p:txBody>
          <a:bodyPr/>
          <a:p>
            <a:fld id="{21B14FC2-2CA3-4269-93C3-1DEA69E62784}"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311760" y="444960"/>
            <a:ext cx="8520120" cy="265464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sldNum" idx="1"/>
          </p:nvPr>
        </p:nvSpPr>
        <p:spPr/>
        <p:txBody>
          <a:bodyPr/>
          <a:p>
            <a:fld id="{001B3CBC-454C-4FFB-8B27-465505C34126}"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13" name="PlaceHolder 2"/>
          <p:cNvSpPr>
            <a:spLocks noGrp="1"/>
          </p:cNvSpPr>
          <p:nvPr>
            <p:ph/>
          </p:nvPr>
        </p:nvSpPr>
        <p:spPr>
          <a:xfrm>
            <a:off x="311760" y="1152360"/>
            <a:ext cx="415764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14" name="PlaceHolder 3"/>
          <p:cNvSpPr>
            <a:spLocks noGrp="1"/>
          </p:cNvSpPr>
          <p:nvPr>
            <p:ph/>
          </p:nvPr>
        </p:nvSpPr>
        <p:spPr>
          <a:xfrm>
            <a:off x="4677840" y="1152360"/>
            <a:ext cx="4157640" cy="3416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15" name="PlaceHolder 4"/>
          <p:cNvSpPr>
            <a:spLocks noGrp="1"/>
          </p:cNvSpPr>
          <p:nvPr>
            <p:ph/>
          </p:nvPr>
        </p:nvSpPr>
        <p:spPr>
          <a:xfrm>
            <a:off x="311760" y="2936880"/>
            <a:ext cx="415764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 name="PlaceHolder 5"/>
          <p:cNvSpPr>
            <a:spLocks noGrp="1"/>
          </p:cNvSpPr>
          <p:nvPr>
            <p:ph type="sldNum" idx="1"/>
          </p:nvPr>
        </p:nvSpPr>
        <p:spPr/>
        <p:txBody>
          <a:bodyPr/>
          <a:p>
            <a:fld id="{8DE1913B-AE06-436D-B45A-56BEAA1FEFFE}"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17" name="PlaceHolder 2"/>
          <p:cNvSpPr>
            <a:spLocks noGrp="1"/>
          </p:cNvSpPr>
          <p:nvPr>
            <p:ph/>
          </p:nvPr>
        </p:nvSpPr>
        <p:spPr>
          <a:xfrm>
            <a:off x="311760" y="1152360"/>
            <a:ext cx="4157640" cy="3416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18" name="PlaceHolder 3"/>
          <p:cNvSpPr>
            <a:spLocks noGrp="1"/>
          </p:cNvSpPr>
          <p:nvPr>
            <p:ph/>
          </p:nvPr>
        </p:nvSpPr>
        <p:spPr>
          <a:xfrm>
            <a:off x="4677840" y="1152360"/>
            <a:ext cx="415764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19" name="PlaceHolder 4"/>
          <p:cNvSpPr>
            <a:spLocks noGrp="1"/>
          </p:cNvSpPr>
          <p:nvPr>
            <p:ph/>
          </p:nvPr>
        </p:nvSpPr>
        <p:spPr>
          <a:xfrm>
            <a:off x="4677840" y="2936880"/>
            <a:ext cx="415764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 name="PlaceHolder 5"/>
          <p:cNvSpPr>
            <a:spLocks noGrp="1"/>
          </p:cNvSpPr>
          <p:nvPr>
            <p:ph type="sldNum" idx="1"/>
          </p:nvPr>
        </p:nvSpPr>
        <p:spPr/>
        <p:txBody>
          <a:bodyPr/>
          <a:p>
            <a:fld id="{9D96C030-04AD-4133-A3AC-93BBBB0C9841}"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21" name="PlaceHolder 2"/>
          <p:cNvSpPr>
            <a:spLocks noGrp="1"/>
          </p:cNvSpPr>
          <p:nvPr>
            <p:ph/>
          </p:nvPr>
        </p:nvSpPr>
        <p:spPr>
          <a:xfrm>
            <a:off x="311760" y="1152360"/>
            <a:ext cx="415764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22" name="PlaceHolder 3"/>
          <p:cNvSpPr>
            <a:spLocks noGrp="1"/>
          </p:cNvSpPr>
          <p:nvPr>
            <p:ph/>
          </p:nvPr>
        </p:nvSpPr>
        <p:spPr>
          <a:xfrm>
            <a:off x="4677840" y="1152360"/>
            <a:ext cx="415764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23" name="PlaceHolder 4"/>
          <p:cNvSpPr>
            <a:spLocks noGrp="1"/>
          </p:cNvSpPr>
          <p:nvPr>
            <p:ph/>
          </p:nvPr>
        </p:nvSpPr>
        <p:spPr>
          <a:xfrm>
            <a:off x="311760" y="2936880"/>
            <a:ext cx="852012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 name="PlaceHolder 5"/>
          <p:cNvSpPr>
            <a:spLocks noGrp="1"/>
          </p:cNvSpPr>
          <p:nvPr>
            <p:ph type="sldNum" idx="1"/>
          </p:nvPr>
        </p:nvSpPr>
        <p:spPr/>
        <p:txBody>
          <a:bodyPr/>
          <a:p>
            <a:fld id="{EB788951-0B7F-41FD-AAC8-33A636234C1F}"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25" name="PlaceHolder 2"/>
          <p:cNvSpPr>
            <a:spLocks noGrp="1"/>
          </p:cNvSpPr>
          <p:nvPr>
            <p:ph/>
          </p:nvPr>
        </p:nvSpPr>
        <p:spPr>
          <a:xfrm>
            <a:off x="311760" y="1152360"/>
            <a:ext cx="852012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26" name="PlaceHolder 3"/>
          <p:cNvSpPr>
            <a:spLocks noGrp="1"/>
          </p:cNvSpPr>
          <p:nvPr>
            <p:ph/>
          </p:nvPr>
        </p:nvSpPr>
        <p:spPr>
          <a:xfrm>
            <a:off x="311760" y="2936880"/>
            <a:ext cx="852012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5" name="PlaceHolder 4"/>
          <p:cNvSpPr>
            <a:spLocks noGrp="1"/>
          </p:cNvSpPr>
          <p:nvPr>
            <p:ph type="sldNum" idx="1"/>
          </p:nvPr>
        </p:nvSpPr>
        <p:spPr/>
        <p:txBody>
          <a:bodyPr/>
          <a:p>
            <a:fld id="{62662CCF-8056-4674-A963-1B1F2531348C}"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28" name="PlaceHolder 2"/>
          <p:cNvSpPr>
            <a:spLocks noGrp="1"/>
          </p:cNvSpPr>
          <p:nvPr>
            <p:ph/>
          </p:nvPr>
        </p:nvSpPr>
        <p:spPr>
          <a:xfrm>
            <a:off x="311760" y="1152360"/>
            <a:ext cx="415764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29" name="PlaceHolder 3"/>
          <p:cNvSpPr>
            <a:spLocks noGrp="1"/>
          </p:cNvSpPr>
          <p:nvPr>
            <p:ph/>
          </p:nvPr>
        </p:nvSpPr>
        <p:spPr>
          <a:xfrm>
            <a:off x="4677840" y="1152360"/>
            <a:ext cx="415764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30" name="PlaceHolder 4"/>
          <p:cNvSpPr>
            <a:spLocks noGrp="1"/>
          </p:cNvSpPr>
          <p:nvPr>
            <p:ph/>
          </p:nvPr>
        </p:nvSpPr>
        <p:spPr>
          <a:xfrm>
            <a:off x="311760" y="2936880"/>
            <a:ext cx="415764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31" name="PlaceHolder 5"/>
          <p:cNvSpPr>
            <a:spLocks noGrp="1"/>
          </p:cNvSpPr>
          <p:nvPr>
            <p:ph/>
          </p:nvPr>
        </p:nvSpPr>
        <p:spPr>
          <a:xfrm>
            <a:off x="4677840" y="2936880"/>
            <a:ext cx="415764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 name="PlaceHolder 6"/>
          <p:cNvSpPr>
            <a:spLocks noGrp="1"/>
          </p:cNvSpPr>
          <p:nvPr>
            <p:ph type="sldNum" idx="1"/>
          </p:nvPr>
        </p:nvSpPr>
        <p:spPr/>
        <p:txBody>
          <a:bodyPr/>
          <a:p>
            <a:fld id="{A24F883A-A0EA-4280-87FD-90888E2DD0B8}"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33" name="PlaceHolder 2"/>
          <p:cNvSpPr>
            <a:spLocks noGrp="1"/>
          </p:cNvSpPr>
          <p:nvPr>
            <p:ph/>
          </p:nvPr>
        </p:nvSpPr>
        <p:spPr>
          <a:xfrm>
            <a:off x="311760" y="1152360"/>
            <a:ext cx="274320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34" name="PlaceHolder 3"/>
          <p:cNvSpPr>
            <a:spLocks noGrp="1"/>
          </p:cNvSpPr>
          <p:nvPr>
            <p:ph/>
          </p:nvPr>
        </p:nvSpPr>
        <p:spPr>
          <a:xfrm>
            <a:off x="3192480" y="1152360"/>
            <a:ext cx="274320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35" name="PlaceHolder 4"/>
          <p:cNvSpPr>
            <a:spLocks noGrp="1"/>
          </p:cNvSpPr>
          <p:nvPr>
            <p:ph/>
          </p:nvPr>
        </p:nvSpPr>
        <p:spPr>
          <a:xfrm>
            <a:off x="6073200" y="1152360"/>
            <a:ext cx="274320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36" name="PlaceHolder 5"/>
          <p:cNvSpPr>
            <a:spLocks noGrp="1"/>
          </p:cNvSpPr>
          <p:nvPr>
            <p:ph/>
          </p:nvPr>
        </p:nvSpPr>
        <p:spPr>
          <a:xfrm>
            <a:off x="311760" y="2936880"/>
            <a:ext cx="274320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37" name="PlaceHolder 6"/>
          <p:cNvSpPr>
            <a:spLocks noGrp="1"/>
          </p:cNvSpPr>
          <p:nvPr>
            <p:ph/>
          </p:nvPr>
        </p:nvSpPr>
        <p:spPr>
          <a:xfrm>
            <a:off x="3192480" y="2936880"/>
            <a:ext cx="274320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38" name="PlaceHolder 7"/>
          <p:cNvSpPr>
            <a:spLocks noGrp="1"/>
          </p:cNvSpPr>
          <p:nvPr>
            <p:ph/>
          </p:nvPr>
        </p:nvSpPr>
        <p:spPr>
          <a:xfrm>
            <a:off x="6073200" y="2936880"/>
            <a:ext cx="274320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9" name="PlaceHolder 8"/>
          <p:cNvSpPr>
            <a:spLocks noGrp="1"/>
          </p:cNvSpPr>
          <p:nvPr>
            <p:ph type="sldNum" idx="1"/>
          </p:nvPr>
        </p:nvSpPr>
        <p:spPr/>
        <p:txBody>
          <a:bodyPr/>
          <a:p>
            <a:fld id="{BA4600F6-29A9-40BD-AE21-1B531097B6DE}"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69FE9C70-79CE-400A-AAB4-2C4350868D68}"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2"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43" name="PlaceHolder 2"/>
          <p:cNvSpPr>
            <a:spLocks noGrp="1"/>
          </p:cNvSpPr>
          <p:nvPr>
            <p:ph type="subTitle"/>
          </p:nvPr>
        </p:nvSpPr>
        <p:spPr>
          <a:xfrm>
            <a:off x="311760" y="1152360"/>
            <a:ext cx="8520120" cy="341604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sldNum" idx="2"/>
          </p:nvPr>
        </p:nvSpPr>
        <p:spPr/>
        <p:txBody>
          <a:bodyPr/>
          <a:p>
            <a:fld id="{9B642881-56C5-49F5-A644-7B1473CD3438}"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45" name="PlaceHolder 2"/>
          <p:cNvSpPr>
            <a:spLocks noGrp="1"/>
          </p:cNvSpPr>
          <p:nvPr>
            <p:ph/>
          </p:nvPr>
        </p:nvSpPr>
        <p:spPr>
          <a:xfrm>
            <a:off x="311760" y="1152360"/>
            <a:ext cx="8520120" cy="3416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4" name="PlaceHolder 3"/>
          <p:cNvSpPr>
            <a:spLocks noGrp="1"/>
          </p:cNvSpPr>
          <p:nvPr>
            <p:ph type="sldNum" idx="2"/>
          </p:nvPr>
        </p:nvSpPr>
        <p:spPr/>
        <p:txBody>
          <a:bodyPr/>
          <a:p>
            <a:fld id="{A94E1179-ED48-4542-8B68-AEE14CE92A0A}"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47" name="PlaceHolder 2"/>
          <p:cNvSpPr>
            <a:spLocks noGrp="1"/>
          </p:cNvSpPr>
          <p:nvPr>
            <p:ph/>
          </p:nvPr>
        </p:nvSpPr>
        <p:spPr>
          <a:xfrm>
            <a:off x="311760" y="1152360"/>
            <a:ext cx="4157640" cy="3416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48" name="PlaceHolder 3"/>
          <p:cNvSpPr>
            <a:spLocks noGrp="1"/>
          </p:cNvSpPr>
          <p:nvPr>
            <p:ph/>
          </p:nvPr>
        </p:nvSpPr>
        <p:spPr>
          <a:xfrm>
            <a:off x="4677840" y="1152360"/>
            <a:ext cx="4157640" cy="3416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5" name="PlaceHolder 4"/>
          <p:cNvSpPr>
            <a:spLocks noGrp="1"/>
          </p:cNvSpPr>
          <p:nvPr>
            <p:ph type="sldNum" idx="2"/>
          </p:nvPr>
        </p:nvSpPr>
        <p:spPr/>
        <p:txBody>
          <a:bodyPr/>
          <a:p>
            <a:fld id="{504F3539-59A0-437D-955F-EAFFF721D8FC}"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3" name="PlaceHolder 2"/>
          <p:cNvSpPr>
            <a:spLocks noGrp="1"/>
          </p:cNvSpPr>
          <p:nvPr>
            <p:ph type="sldNum" idx="2"/>
          </p:nvPr>
        </p:nvSpPr>
        <p:spPr/>
        <p:txBody>
          <a:bodyPr/>
          <a:p>
            <a:fld id="{5C69E3BA-F60A-474E-B9BA-9605111C160D}"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0" name="PlaceHolder 1"/>
          <p:cNvSpPr>
            <a:spLocks noGrp="1"/>
          </p:cNvSpPr>
          <p:nvPr>
            <p:ph type="subTitle"/>
          </p:nvPr>
        </p:nvSpPr>
        <p:spPr>
          <a:xfrm>
            <a:off x="311760" y="444960"/>
            <a:ext cx="8520120" cy="265464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sldNum" idx="2"/>
          </p:nvPr>
        </p:nvSpPr>
        <p:spPr/>
        <p:txBody>
          <a:bodyPr/>
          <a:p>
            <a:fld id="{4287FCC9-3FEC-4B16-ADBD-392825C310E6}"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52" name="PlaceHolder 2"/>
          <p:cNvSpPr>
            <a:spLocks noGrp="1"/>
          </p:cNvSpPr>
          <p:nvPr>
            <p:ph/>
          </p:nvPr>
        </p:nvSpPr>
        <p:spPr>
          <a:xfrm>
            <a:off x="311760" y="1152360"/>
            <a:ext cx="415764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53" name="PlaceHolder 3"/>
          <p:cNvSpPr>
            <a:spLocks noGrp="1"/>
          </p:cNvSpPr>
          <p:nvPr>
            <p:ph/>
          </p:nvPr>
        </p:nvSpPr>
        <p:spPr>
          <a:xfrm>
            <a:off x="4677840" y="1152360"/>
            <a:ext cx="4157640" cy="3416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54" name="PlaceHolder 4"/>
          <p:cNvSpPr>
            <a:spLocks noGrp="1"/>
          </p:cNvSpPr>
          <p:nvPr>
            <p:ph/>
          </p:nvPr>
        </p:nvSpPr>
        <p:spPr>
          <a:xfrm>
            <a:off x="311760" y="2936880"/>
            <a:ext cx="415764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 name="PlaceHolder 5"/>
          <p:cNvSpPr>
            <a:spLocks noGrp="1"/>
          </p:cNvSpPr>
          <p:nvPr>
            <p:ph type="sldNum" idx="2"/>
          </p:nvPr>
        </p:nvSpPr>
        <p:spPr/>
        <p:txBody>
          <a:bodyPr/>
          <a:p>
            <a:fld id="{C53936A0-DE3A-457F-92AB-477B8EB13947}"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56" name="PlaceHolder 2"/>
          <p:cNvSpPr>
            <a:spLocks noGrp="1"/>
          </p:cNvSpPr>
          <p:nvPr>
            <p:ph/>
          </p:nvPr>
        </p:nvSpPr>
        <p:spPr>
          <a:xfrm>
            <a:off x="311760" y="1152360"/>
            <a:ext cx="4157640" cy="34160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57" name="PlaceHolder 3"/>
          <p:cNvSpPr>
            <a:spLocks noGrp="1"/>
          </p:cNvSpPr>
          <p:nvPr>
            <p:ph/>
          </p:nvPr>
        </p:nvSpPr>
        <p:spPr>
          <a:xfrm>
            <a:off x="4677840" y="1152360"/>
            <a:ext cx="415764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58" name="PlaceHolder 4"/>
          <p:cNvSpPr>
            <a:spLocks noGrp="1"/>
          </p:cNvSpPr>
          <p:nvPr>
            <p:ph/>
          </p:nvPr>
        </p:nvSpPr>
        <p:spPr>
          <a:xfrm>
            <a:off x="4677840" y="2936880"/>
            <a:ext cx="415764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 name="PlaceHolder 5"/>
          <p:cNvSpPr>
            <a:spLocks noGrp="1"/>
          </p:cNvSpPr>
          <p:nvPr>
            <p:ph type="sldNum" idx="2"/>
          </p:nvPr>
        </p:nvSpPr>
        <p:spPr/>
        <p:txBody>
          <a:bodyPr/>
          <a:p>
            <a:fld id="{2B44E2E3-8440-49FF-9961-C5372BBA0641}"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60" name="PlaceHolder 2"/>
          <p:cNvSpPr>
            <a:spLocks noGrp="1"/>
          </p:cNvSpPr>
          <p:nvPr>
            <p:ph/>
          </p:nvPr>
        </p:nvSpPr>
        <p:spPr>
          <a:xfrm>
            <a:off x="311760" y="1152360"/>
            <a:ext cx="415764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1" name="PlaceHolder 3"/>
          <p:cNvSpPr>
            <a:spLocks noGrp="1"/>
          </p:cNvSpPr>
          <p:nvPr>
            <p:ph/>
          </p:nvPr>
        </p:nvSpPr>
        <p:spPr>
          <a:xfrm>
            <a:off x="4677840" y="1152360"/>
            <a:ext cx="415764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2" name="PlaceHolder 4"/>
          <p:cNvSpPr>
            <a:spLocks noGrp="1"/>
          </p:cNvSpPr>
          <p:nvPr>
            <p:ph/>
          </p:nvPr>
        </p:nvSpPr>
        <p:spPr>
          <a:xfrm>
            <a:off x="311760" y="2936880"/>
            <a:ext cx="852012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 name="PlaceHolder 5"/>
          <p:cNvSpPr>
            <a:spLocks noGrp="1"/>
          </p:cNvSpPr>
          <p:nvPr>
            <p:ph type="sldNum" idx="2"/>
          </p:nvPr>
        </p:nvSpPr>
        <p:spPr/>
        <p:txBody>
          <a:bodyPr/>
          <a:p>
            <a:fld id="{A287734F-BA9B-43E9-A460-2B42D81FED00}"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64" name="PlaceHolder 2"/>
          <p:cNvSpPr>
            <a:spLocks noGrp="1"/>
          </p:cNvSpPr>
          <p:nvPr>
            <p:ph/>
          </p:nvPr>
        </p:nvSpPr>
        <p:spPr>
          <a:xfrm>
            <a:off x="311760" y="1152360"/>
            <a:ext cx="852012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5" name="PlaceHolder 3"/>
          <p:cNvSpPr>
            <a:spLocks noGrp="1"/>
          </p:cNvSpPr>
          <p:nvPr>
            <p:ph/>
          </p:nvPr>
        </p:nvSpPr>
        <p:spPr>
          <a:xfrm>
            <a:off x="311760" y="2936880"/>
            <a:ext cx="852012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5" name="PlaceHolder 4"/>
          <p:cNvSpPr>
            <a:spLocks noGrp="1"/>
          </p:cNvSpPr>
          <p:nvPr>
            <p:ph type="sldNum" idx="2"/>
          </p:nvPr>
        </p:nvSpPr>
        <p:spPr/>
        <p:txBody>
          <a:bodyPr/>
          <a:p>
            <a:fld id="{BB99AC0B-5E41-4948-AA64-5C99AEEB18D8}" type="slidenum">
              <a:t>&lt;#&gt;</a:t>
            </a:fld>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67" name="PlaceHolder 2"/>
          <p:cNvSpPr>
            <a:spLocks noGrp="1"/>
          </p:cNvSpPr>
          <p:nvPr>
            <p:ph/>
          </p:nvPr>
        </p:nvSpPr>
        <p:spPr>
          <a:xfrm>
            <a:off x="311760" y="1152360"/>
            <a:ext cx="415764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8" name="PlaceHolder 3"/>
          <p:cNvSpPr>
            <a:spLocks noGrp="1"/>
          </p:cNvSpPr>
          <p:nvPr>
            <p:ph/>
          </p:nvPr>
        </p:nvSpPr>
        <p:spPr>
          <a:xfrm>
            <a:off x="4677840" y="1152360"/>
            <a:ext cx="415764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9" name="PlaceHolder 4"/>
          <p:cNvSpPr>
            <a:spLocks noGrp="1"/>
          </p:cNvSpPr>
          <p:nvPr>
            <p:ph/>
          </p:nvPr>
        </p:nvSpPr>
        <p:spPr>
          <a:xfrm>
            <a:off x="311760" y="2936880"/>
            <a:ext cx="415764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0" name="PlaceHolder 5"/>
          <p:cNvSpPr>
            <a:spLocks noGrp="1"/>
          </p:cNvSpPr>
          <p:nvPr>
            <p:ph/>
          </p:nvPr>
        </p:nvSpPr>
        <p:spPr>
          <a:xfrm>
            <a:off x="4677840" y="2936880"/>
            <a:ext cx="415764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 name="PlaceHolder 6"/>
          <p:cNvSpPr>
            <a:spLocks noGrp="1"/>
          </p:cNvSpPr>
          <p:nvPr>
            <p:ph type="sldNum" idx="2"/>
          </p:nvPr>
        </p:nvSpPr>
        <p:spPr/>
        <p:txBody>
          <a:bodyPr/>
          <a:p>
            <a:fld id="{1BF1A8BC-1041-4DF0-BBAB-9234C0121864}"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72" name="PlaceHolder 2"/>
          <p:cNvSpPr>
            <a:spLocks noGrp="1"/>
          </p:cNvSpPr>
          <p:nvPr>
            <p:ph/>
          </p:nvPr>
        </p:nvSpPr>
        <p:spPr>
          <a:xfrm>
            <a:off x="311760" y="1152360"/>
            <a:ext cx="274320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3" name="PlaceHolder 3"/>
          <p:cNvSpPr>
            <a:spLocks noGrp="1"/>
          </p:cNvSpPr>
          <p:nvPr>
            <p:ph/>
          </p:nvPr>
        </p:nvSpPr>
        <p:spPr>
          <a:xfrm>
            <a:off x="3192480" y="1152360"/>
            <a:ext cx="274320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4" name="PlaceHolder 4"/>
          <p:cNvSpPr>
            <a:spLocks noGrp="1"/>
          </p:cNvSpPr>
          <p:nvPr>
            <p:ph/>
          </p:nvPr>
        </p:nvSpPr>
        <p:spPr>
          <a:xfrm>
            <a:off x="6073200" y="1152360"/>
            <a:ext cx="274320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5" name="PlaceHolder 5"/>
          <p:cNvSpPr>
            <a:spLocks noGrp="1"/>
          </p:cNvSpPr>
          <p:nvPr>
            <p:ph/>
          </p:nvPr>
        </p:nvSpPr>
        <p:spPr>
          <a:xfrm>
            <a:off x="311760" y="2936880"/>
            <a:ext cx="274320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6" name="PlaceHolder 6"/>
          <p:cNvSpPr>
            <a:spLocks noGrp="1"/>
          </p:cNvSpPr>
          <p:nvPr>
            <p:ph/>
          </p:nvPr>
        </p:nvSpPr>
        <p:spPr>
          <a:xfrm>
            <a:off x="3192480" y="2936880"/>
            <a:ext cx="274320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7" name="PlaceHolder 7"/>
          <p:cNvSpPr>
            <a:spLocks noGrp="1"/>
          </p:cNvSpPr>
          <p:nvPr>
            <p:ph/>
          </p:nvPr>
        </p:nvSpPr>
        <p:spPr>
          <a:xfrm>
            <a:off x="6073200" y="2936880"/>
            <a:ext cx="2743200" cy="162936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9" name="PlaceHolder 8"/>
          <p:cNvSpPr>
            <a:spLocks noGrp="1"/>
          </p:cNvSpPr>
          <p:nvPr>
            <p:ph type="sldNum" idx="2"/>
          </p:nvPr>
        </p:nvSpPr>
        <p:spPr/>
        <p:txBody>
          <a:bodyPr/>
          <a:p>
            <a:fld id="{84D6515F-223D-4C6D-8EC6-DA71D3937AF9}"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311760" y="2151000"/>
            <a:ext cx="8520120" cy="841320"/>
          </a:xfrm>
          <a:prstGeom prst="rect">
            <a:avLst/>
          </a:prstGeom>
          <a:noFill/>
          <a:ln w="0">
            <a:noFill/>
          </a:ln>
        </p:spPr>
        <p:txBody>
          <a:bodyPr tIns="91440" bIns="91440" anchor="ctr">
            <a:normAutofit/>
          </a:bodyPr>
          <a:p>
            <a:r>
              <a:rPr b="0" lang="en-IN" sz="3600" spc="-1" strike="noStrike">
                <a:solidFill>
                  <a:srgbClr val="000000"/>
                </a:solidFill>
                <a:latin typeface="Arial"/>
              </a:rPr>
              <a:t>Click to edit the title text format</a:t>
            </a:r>
            <a:endParaRPr b="0" lang="en-IN" sz="3600" spc="-1" strike="noStrike">
              <a:solidFill>
                <a:srgbClr val="000000"/>
              </a:solidFill>
              <a:latin typeface="Arial"/>
            </a:endParaRPr>
          </a:p>
        </p:txBody>
      </p:sp>
      <p:sp>
        <p:nvSpPr>
          <p:cNvPr id="1" name="PlaceHolder 2"/>
          <p:cNvSpPr>
            <a:spLocks noGrp="1"/>
          </p:cNvSpPr>
          <p:nvPr>
            <p:ph type="sldNum" idx="1"/>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 sz="1000" spc="-1" strike="noStrike">
                <a:solidFill>
                  <a:srgbClr val="595959"/>
                </a:solidFill>
                <a:latin typeface="Arial"/>
                <a:ea typeface="Arial"/>
              </a:defRPr>
            </a:lvl1pPr>
          </a:lstStyle>
          <a:p>
            <a:pPr algn="r">
              <a:lnSpc>
                <a:spcPct val="100000"/>
              </a:lnSpc>
              <a:buNone/>
              <a:tabLst>
                <a:tab algn="l" pos="0"/>
              </a:tabLst>
            </a:pPr>
            <a:fld id="{E4E94375-6C13-4172-9D25-3F22F4EA9AB8}" type="slidenum">
              <a:rPr b="0" lang="en" sz="1000" spc="-1" strike="noStrike">
                <a:solidFill>
                  <a:srgbClr val="595959"/>
                </a:solidFill>
                <a:latin typeface="Arial"/>
                <a:ea typeface="Arial"/>
              </a:rPr>
              <a:t>&lt;number&gt;</a:t>
            </a:fld>
            <a:endParaRPr b="0" lang="en-IN" sz="1000" spc="-1" strike="noStrike">
              <a:latin typeface="Times New Roman"/>
            </a:endParaRPr>
          </a:p>
        </p:txBody>
      </p:sp>
      <p:sp>
        <p:nvSpPr>
          <p:cNvPr id="2"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1400" spc="-1" strike="noStrike">
                <a:solidFill>
                  <a:srgbClr val="000000"/>
                </a:solidFill>
                <a:latin typeface="Arial"/>
              </a:rPr>
              <a:t>Click to edit the outline text format</a:t>
            </a:r>
            <a:endParaRPr b="0" lang="en-IN"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1400" spc="-1" strike="noStrike">
                <a:solidFill>
                  <a:srgbClr val="000000"/>
                </a:solidFill>
                <a:latin typeface="Arial"/>
              </a:rPr>
              <a:t>Second Outline Level</a:t>
            </a:r>
            <a:endParaRPr b="0" lang="en-IN"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1400" spc="-1" strike="noStrike">
                <a:solidFill>
                  <a:srgbClr val="000000"/>
                </a:solidFill>
                <a:latin typeface="Arial"/>
              </a:rPr>
              <a:t>Third Outline Level</a:t>
            </a:r>
            <a:endParaRPr b="0" lang="en-IN"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1400" spc="-1" strike="noStrike">
                <a:solidFill>
                  <a:srgbClr val="000000"/>
                </a:solidFill>
                <a:latin typeface="Arial"/>
              </a:rPr>
              <a:t>Fourth Outline Level</a:t>
            </a:r>
            <a:endParaRPr b="0" lang="en-IN"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311760" y="444960"/>
            <a:ext cx="8520120" cy="572400"/>
          </a:xfrm>
          <a:prstGeom prst="rect">
            <a:avLst/>
          </a:prstGeom>
          <a:noFill/>
          <a:ln w="0">
            <a:noFill/>
          </a:ln>
        </p:spPr>
        <p:txBody>
          <a:bodyPr tIns="91440" bIns="91440" anchor="t">
            <a:normAutofit fontScale="91000"/>
          </a:bodyPr>
          <a:p>
            <a:r>
              <a:rPr b="0" lang="en-IN" sz="2800" spc="-1" strike="noStrike">
                <a:solidFill>
                  <a:srgbClr val="000000"/>
                </a:solidFill>
                <a:latin typeface="Arial"/>
              </a:rPr>
              <a:t>Click to edit the title text format</a:t>
            </a:r>
            <a:endParaRPr b="0" lang="en-IN" sz="2800" spc="-1" strike="noStrike">
              <a:solidFill>
                <a:srgbClr val="000000"/>
              </a:solidFill>
              <a:latin typeface="Arial"/>
            </a:endParaRPr>
          </a:p>
        </p:txBody>
      </p:sp>
      <p:sp>
        <p:nvSpPr>
          <p:cNvPr id="40" name="PlaceHolder 2"/>
          <p:cNvSpPr>
            <a:spLocks noGrp="1"/>
          </p:cNvSpPr>
          <p:nvPr>
            <p:ph type="body"/>
          </p:nvPr>
        </p:nvSpPr>
        <p:spPr>
          <a:xfrm>
            <a:off x="311760" y="1152360"/>
            <a:ext cx="8520120" cy="3416040"/>
          </a:xfrm>
          <a:prstGeom prst="rect">
            <a:avLst/>
          </a:prstGeom>
          <a:noFill/>
          <a:ln w="0">
            <a:noFill/>
          </a:ln>
        </p:spPr>
        <p:txBody>
          <a:bodyPr tIns="91440" bIns="91440" anchor="t">
            <a:normAutofit/>
          </a:bodyPr>
          <a:p>
            <a:pPr marL="432000" indent="-324000">
              <a:spcBef>
                <a:spcPts val="1417"/>
              </a:spcBef>
              <a:buClr>
                <a:srgbClr val="000000"/>
              </a:buClr>
              <a:buSzPct val="45000"/>
              <a:buFont typeface="Wingdings" charset="2"/>
              <a:buChar char=""/>
            </a:pPr>
            <a:r>
              <a:rPr b="0" lang="en-IN" sz="1800" spc="-1" strike="noStrike">
                <a:solidFill>
                  <a:srgbClr val="000000"/>
                </a:solidFill>
                <a:latin typeface="Arial"/>
              </a:rPr>
              <a:t>Click to edit the outline text format</a:t>
            </a:r>
            <a:endParaRPr b="0" lang="en-IN"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1800" spc="-1" strike="noStrike">
                <a:solidFill>
                  <a:srgbClr val="000000"/>
                </a:solidFill>
                <a:latin typeface="Arial"/>
              </a:rPr>
              <a:t>Second Outline Level</a:t>
            </a:r>
            <a:endParaRPr b="0" lang="en-IN"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1800" spc="-1" strike="noStrike">
                <a:solidFill>
                  <a:srgbClr val="000000"/>
                </a:solidFill>
                <a:latin typeface="Arial"/>
              </a:rPr>
              <a:t>Third Outline Level</a:t>
            </a:r>
            <a:endParaRPr b="0" lang="en-IN"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1800" spc="-1" strike="noStrike">
                <a:solidFill>
                  <a:srgbClr val="000000"/>
                </a:solidFill>
                <a:latin typeface="Arial"/>
              </a:rPr>
              <a:t>Fourth Outline Level</a:t>
            </a:r>
            <a:endParaRPr b="0" lang="en-IN"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1800" spc="-1" strike="noStrike">
                <a:solidFill>
                  <a:srgbClr val="000000"/>
                </a:solidFill>
                <a:latin typeface="Arial"/>
              </a:rPr>
              <a:t>Fifth Outline Level</a:t>
            </a:r>
            <a:endParaRPr b="0" lang="en-IN"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1800" spc="-1" strike="noStrike">
                <a:solidFill>
                  <a:srgbClr val="000000"/>
                </a:solidFill>
                <a:latin typeface="Arial"/>
              </a:rPr>
              <a:t>Sixth Outline Level</a:t>
            </a:r>
            <a:endParaRPr b="0" lang="en-IN"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1800" spc="-1" strike="noStrike">
                <a:solidFill>
                  <a:srgbClr val="000000"/>
                </a:solidFill>
                <a:latin typeface="Arial"/>
              </a:rPr>
              <a:t>Seventh Outline Level</a:t>
            </a:r>
            <a:endParaRPr b="0" lang="en-IN" sz="1800" spc="-1" strike="noStrike">
              <a:solidFill>
                <a:srgbClr val="000000"/>
              </a:solidFill>
              <a:latin typeface="Arial"/>
            </a:endParaRPr>
          </a:p>
        </p:txBody>
      </p:sp>
      <p:sp>
        <p:nvSpPr>
          <p:cNvPr id="41" name="PlaceHolder 3"/>
          <p:cNvSpPr>
            <a:spLocks noGrp="1"/>
          </p:cNvSpPr>
          <p:nvPr>
            <p:ph type="sldNum" idx="2"/>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 sz="1000" spc="-1" strike="noStrike">
                <a:solidFill>
                  <a:srgbClr val="595959"/>
                </a:solidFill>
                <a:latin typeface="Arial"/>
                <a:ea typeface="Arial"/>
              </a:defRPr>
            </a:lvl1pPr>
          </a:lstStyle>
          <a:p>
            <a:pPr algn="r">
              <a:lnSpc>
                <a:spcPct val="100000"/>
              </a:lnSpc>
              <a:buNone/>
              <a:tabLst>
                <a:tab algn="l" pos="0"/>
              </a:tabLst>
            </a:pPr>
            <a:fld id="{296DE28B-3D7D-489B-9C2A-3E31348F2DCE}" type="slidenum">
              <a:rPr b="0" lang="en" sz="1000" spc="-1" strike="noStrike">
                <a:solidFill>
                  <a:srgbClr val="595959"/>
                </a:solidFill>
                <a:latin typeface="Arial"/>
                <a:ea typeface="Arial"/>
              </a:rPr>
              <a:t>&lt;number&gt;</a:t>
            </a:fld>
            <a:endParaRPr b="0" lang="en-IN" sz="10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311760" y="1828800"/>
            <a:ext cx="8520120" cy="1485360"/>
          </a:xfrm>
          <a:prstGeom prst="rect">
            <a:avLst/>
          </a:prstGeom>
          <a:noFill/>
          <a:ln w="0">
            <a:noFill/>
          </a:ln>
        </p:spPr>
        <p:txBody>
          <a:bodyPr tIns="91440" bIns="91440" anchor="ctr">
            <a:noAutofit/>
          </a:bodyPr>
          <a:p>
            <a:pPr algn="ctr">
              <a:lnSpc>
                <a:spcPct val="100000"/>
              </a:lnSpc>
              <a:buNone/>
              <a:tabLst>
                <a:tab algn="l" pos="0"/>
              </a:tabLst>
            </a:pPr>
            <a:r>
              <a:rPr b="0" lang="en" sz="4400" spc="-1" strike="noStrike">
                <a:solidFill>
                  <a:srgbClr val="000000"/>
                </a:solidFill>
                <a:latin typeface="Arial"/>
                <a:ea typeface="Arial"/>
              </a:rPr>
              <a:t>Chapter 3 - Knowledge Sharing</a:t>
            </a:r>
            <a:endParaRPr b="0" lang="en-IN"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311760" y="444960"/>
            <a:ext cx="8520120" cy="572400"/>
          </a:xfrm>
          <a:prstGeom prst="rect">
            <a:avLst/>
          </a:prstGeom>
          <a:noFill/>
          <a:ln w="0">
            <a:noFill/>
          </a:ln>
        </p:spPr>
        <p:txBody>
          <a:bodyPr tIns="91440" bIns="91440" anchor="t">
            <a:normAutofit fontScale="91000"/>
          </a:bodyPr>
          <a:p>
            <a:pPr>
              <a:lnSpc>
                <a:spcPct val="100000"/>
              </a:lnSpc>
              <a:buNone/>
              <a:tabLst>
                <a:tab algn="l" pos="0"/>
              </a:tabLst>
            </a:pPr>
            <a:r>
              <a:rPr b="1" lang="en" sz="2800" spc="-1" strike="noStrike">
                <a:solidFill>
                  <a:srgbClr val="000000"/>
                </a:solidFill>
                <a:latin typeface="Arial"/>
                <a:ea typeface="Arial"/>
              </a:rPr>
              <a:t>Contents:</a:t>
            </a:r>
            <a:endParaRPr b="0" lang="en-IN" sz="2800" spc="-1" strike="noStrike">
              <a:solidFill>
                <a:srgbClr val="000000"/>
              </a:solidFill>
              <a:latin typeface="Arial"/>
            </a:endParaRPr>
          </a:p>
        </p:txBody>
      </p:sp>
      <p:sp>
        <p:nvSpPr>
          <p:cNvPr id="80" name="PlaceHolder 2"/>
          <p:cNvSpPr>
            <a:spLocks noGrp="1"/>
          </p:cNvSpPr>
          <p:nvPr>
            <p:ph/>
          </p:nvPr>
        </p:nvSpPr>
        <p:spPr>
          <a:xfrm>
            <a:off x="311760" y="961200"/>
            <a:ext cx="8520120" cy="3976920"/>
          </a:xfrm>
          <a:prstGeom prst="rect">
            <a:avLst/>
          </a:prstGeom>
          <a:noFill/>
          <a:ln w="0">
            <a:noFill/>
          </a:ln>
        </p:spPr>
        <p:txBody>
          <a:bodyPr tIns="91440" bIns="91440" anchor="t">
            <a:noAutofit/>
          </a:bodyPr>
          <a:p>
            <a:pPr marL="457200" indent="-380880">
              <a:lnSpc>
                <a:spcPct val="115000"/>
              </a:lnSpc>
              <a:buClr>
                <a:srgbClr val="000000"/>
              </a:buClr>
              <a:buFont typeface="Arial"/>
              <a:buChar char="➢"/>
            </a:pPr>
            <a:r>
              <a:rPr b="0" lang="en" sz="2400" spc="-1" strike="noStrike">
                <a:solidFill>
                  <a:srgbClr val="000000"/>
                </a:solidFill>
                <a:latin typeface="Arial"/>
                <a:ea typeface="Arial"/>
              </a:rPr>
              <a:t>Challenges to learning</a:t>
            </a:r>
            <a:endParaRPr b="0" lang="en-IN" sz="2400" spc="-1" strike="noStrike">
              <a:solidFill>
                <a:srgbClr val="000000"/>
              </a:solidFill>
              <a:latin typeface="Arial"/>
            </a:endParaRPr>
          </a:p>
          <a:p>
            <a:pPr marL="457200" indent="-380880">
              <a:lnSpc>
                <a:spcPct val="115000"/>
              </a:lnSpc>
              <a:buClr>
                <a:srgbClr val="000000"/>
              </a:buClr>
              <a:buFont typeface="Arial"/>
              <a:buChar char="➢"/>
            </a:pPr>
            <a:r>
              <a:rPr b="0" lang="en" sz="2400" spc="-1" strike="noStrike">
                <a:solidFill>
                  <a:srgbClr val="000000"/>
                </a:solidFill>
                <a:latin typeface="Arial"/>
                <a:ea typeface="Arial"/>
              </a:rPr>
              <a:t>Philosophy of Software Engineering</a:t>
            </a:r>
            <a:endParaRPr b="0" lang="en-IN" sz="2400" spc="-1" strike="noStrike">
              <a:solidFill>
                <a:srgbClr val="000000"/>
              </a:solidFill>
              <a:latin typeface="Arial"/>
            </a:endParaRPr>
          </a:p>
          <a:p>
            <a:pPr marL="457200" indent="-380880">
              <a:lnSpc>
                <a:spcPct val="115000"/>
              </a:lnSpc>
              <a:buClr>
                <a:srgbClr val="000000"/>
              </a:buClr>
              <a:buFont typeface="Arial"/>
              <a:buChar char="➢"/>
            </a:pPr>
            <a:r>
              <a:rPr b="0" lang="en" sz="2400" spc="-1" strike="noStrike">
                <a:solidFill>
                  <a:srgbClr val="000000"/>
                </a:solidFill>
                <a:latin typeface="Arial"/>
                <a:ea typeface="Arial"/>
              </a:rPr>
              <a:t>Psychological Safety and Mentorship in Software Teams</a:t>
            </a:r>
            <a:endParaRPr b="0" lang="en-IN" sz="2400" spc="-1" strike="noStrike">
              <a:solidFill>
                <a:srgbClr val="000000"/>
              </a:solidFill>
              <a:latin typeface="Arial"/>
            </a:endParaRPr>
          </a:p>
          <a:p>
            <a:pPr marL="457200" indent="-380880">
              <a:lnSpc>
                <a:spcPct val="100000"/>
              </a:lnSpc>
              <a:buClr>
                <a:srgbClr val="000000"/>
              </a:buClr>
              <a:buFont typeface="Arial"/>
              <a:buChar char="➢"/>
            </a:pPr>
            <a:r>
              <a:rPr b="0" lang="en" sz="2400" spc="-1" strike="noStrike">
                <a:solidFill>
                  <a:srgbClr val="000000"/>
                </a:solidFill>
                <a:latin typeface="Arial"/>
                <a:ea typeface="Arial"/>
              </a:rPr>
              <a:t>Growing Your Knowledge: A Culture of Continuous Learning</a:t>
            </a:r>
            <a:endParaRPr b="0" lang="en-IN" sz="2400" spc="-1" strike="noStrike">
              <a:solidFill>
                <a:srgbClr val="000000"/>
              </a:solidFill>
              <a:latin typeface="Arial"/>
            </a:endParaRPr>
          </a:p>
          <a:p>
            <a:pPr marL="457200" indent="-380880">
              <a:lnSpc>
                <a:spcPct val="100000"/>
              </a:lnSpc>
              <a:buClr>
                <a:srgbClr val="000000"/>
              </a:buClr>
              <a:buFont typeface="Arial"/>
              <a:buChar char="➢"/>
            </a:pPr>
            <a:r>
              <a:rPr b="0" lang="en" sz="2400" spc="-1" strike="noStrike">
                <a:solidFill>
                  <a:srgbClr val="000000"/>
                </a:solidFill>
                <a:latin typeface="Arial"/>
                <a:ea typeface="Arial"/>
              </a:rPr>
              <a:t>Scaling Your Questions – Ask the Community</a:t>
            </a:r>
            <a:endParaRPr b="0" lang="en-IN" sz="2400" spc="-1" strike="noStrike">
              <a:solidFill>
                <a:srgbClr val="000000"/>
              </a:solidFill>
              <a:latin typeface="Arial"/>
            </a:endParaRPr>
          </a:p>
          <a:p>
            <a:pPr marL="457200" indent="-380880">
              <a:lnSpc>
                <a:spcPct val="100000"/>
              </a:lnSpc>
              <a:buClr>
                <a:srgbClr val="000000"/>
              </a:buClr>
              <a:buFont typeface="Arial"/>
              <a:buChar char="➢"/>
            </a:pPr>
            <a:r>
              <a:rPr b="0" lang="en" sz="2400" spc="-1" strike="noStrike">
                <a:solidFill>
                  <a:srgbClr val="000000"/>
                </a:solidFill>
                <a:latin typeface="Arial"/>
                <a:ea typeface="Arial"/>
              </a:rPr>
              <a:t>What is Documentation?</a:t>
            </a:r>
            <a:endParaRPr b="0" lang="en-IN" sz="2400" spc="-1" strike="noStrike">
              <a:solidFill>
                <a:srgbClr val="000000"/>
              </a:solidFill>
              <a:latin typeface="Arial"/>
            </a:endParaRPr>
          </a:p>
          <a:p>
            <a:pPr marL="457200" indent="-380880">
              <a:lnSpc>
                <a:spcPct val="100000"/>
              </a:lnSpc>
              <a:buClr>
                <a:srgbClr val="000000"/>
              </a:buClr>
              <a:buFont typeface="Arial"/>
              <a:buChar char="➢"/>
            </a:pPr>
            <a:r>
              <a:rPr b="0" lang="en" sz="2400" spc="-1" strike="noStrike">
                <a:solidFill>
                  <a:srgbClr val="000000"/>
                </a:solidFill>
                <a:latin typeface="Arial"/>
                <a:ea typeface="Arial"/>
              </a:rPr>
              <a:t>Code as a Knowledge - Sharing Tool</a:t>
            </a:r>
            <a:endParaRPr b="0" lang="en-IN" sz="2400" spc="-1" strike="noStrike">
              <a:solidFill>
                <a:srgbClr val="000000"/>
              </a:solidFill>
              <a:latin typeface="Arial"/>
            </a:endParaRPr>
          </a:p>
          <a:p>
            <a:pPr marL="457200" indent="-380880">
              <a:lnSpc>
                <a:spcPct val="100000"/>
              </a:lnSpc>
              <a:buClr>
                <a:srgbClr val="000000"/>
              </a:buClr>
              <a:buFont typeface="Arial"/>
              <a:buChar char="➢"/>
            </a:pPr>
            <a:r>
              <a:rPr b="0" lang="en" sz="2400" spc="-1" strike="noStrike">
                <a:solidFill>
                  <a:srgbClr val="000000"/>
                </a:solidFill>
                <a:latin typeface="Arial"/>
                <a:ea typeface="Arial"/>
              </a:rPr>
              <a:t>Readability at Google: Mentorship Through Code Review</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311760" y="444960"/>
            <a:ext cx="8520120" cy="572400"/>
          </a:xfrm>
          <a:prstGeom prst="rect">
            <a:avLst/>
          </a:prstGeom>
          <a:noFill/>
          <a:ln w="0">
            <a:noFill/>
          </a:ln>
        </p:spPr>
        <p:txBody>
          <a:bodyPr tIns="91440" bIns="91440" anchor="t">
            <a:normAutofit fontScale="91000"/>
          </a:bodyPr>
          <a:p>
            <a:pPr>
              <a:lnSpc>
                <a:spcPct val="100000"/>
              </a:lnSpc>
              <a:buNone/>
              <a:tabLst>
                <a:tab algn="l" pos="0"/>
              </a:tabLst>
            </a:pPr>
            <a:r>
              <a:rPr b="1" lang="en" sz="2800" spc="-1" strike="noStrike">
                <a:solidFill>
                  <a:srgbClr val="000000"/>
                </a:solidFill>
                <a:latin typeface="Arial"/>
                <a:ea typeface="Arial"/>
              </a:rPr>
              <a:t>Overview:</a:t>
            </a:r>
            <a:endParaRPr b="0" lang="en-IN" sz="2800" spc="-1" strike="noStrike">
              <a:solidFill>
                <a:srgbClr val="000000"/>
              </a:solidFill>
              <a:latin typeface="Arial"/>
            </a:endParaRPr>
          </a:p>
        </p:txBody>
      </p:sp>
      <p:sp>
        <p:nvSpPr>
          <p:cNvPr id="82" name="PlaceHolder 2"/>
          <p:cNvSpPr>
            <a:spLocks noGrp="1"/>
          </p:cNvSpPr>
          <p:nvPr>
            <p:ph/>
          </p:nvPr>
        </p:nvSpPr>
        <p:spPr>
          <a:xfrm>
            <a:off x="311760" y="1061640"/>
            <a:ext cx="8520120" cy="3507120"/>
          </a:xfrm>
          <a:prstGeom prst="rect">
            <a:avLst/>
          </a:prstGeom>
          <a:noFill/>
          <a:ln w="0">
            <a:noFill/>
          </a:ln>
        </p:spPr>
        <p:txBody>
          <a:bodyPr tIns="91440" bIns="91440" anchor="t">
            <a:normAutofit/>
          </a:bodyPr>
          <a:p>
            <a:pPr>
              <a:lnSpc>
                <a:spcPct val="115000"/>
              </a:lnSpc>
              <a:buNone/>
              <a:tabLst>
                <a:tab algn="l" pos="0"/>
              </a:tabLst>
            </a:pPr>
            <a:r>
              <a:rPr b="1" lang="en" sz="1600" spc="-1" strike="noStrike">
                <a:solidFill>
                  <a:srgbClr val="0000ff"/>
                </a:solidFill>
                <a:latin typeface="Arial"/>
                <a:ea typeface="Arial"/>
              </a:rPr>
              <a:t>This chapter deals with leveraging expertise, creating mechanisms for knowledge distribution, and fostering a culture of learning built on psychological safety.</a:t>
            </a:r>
            <a:endParaRPr b="0" lang="en-IN" sz="1600" spc="-1" strike="noStrike">
              <a:solidFill>
                <a:srgbClr val="000000"/>
              </a:solidFill>
              <a:latin typeface="Arial"/>
            </a:endParaRPr>
          </a:p>
          <a:p>
            <a:pPr marL="457200" indent="-343080">
              <a:lnSpc>
                <a:spcPct val="115000"/>
              </a:lnSpc>
              <a:spcBef>
                <a:spcPts val="1199"/>
              </a:spcBef>
              <a:buClr>
                <a:srgbClr val="000000"/>
              </a:buClr>
              <a:buFont typeface="Arial"/>
              <a:buChar char="●"/>
              <a:tabLst>
                <a:tab algn="l" pos="0"/>
              </a:tabLst>
            </a:pPr>
            <a:r>
              <a:rPr b="0" lang="en" sz="1800" spc="-1" strike="noStrike">
                <a:solidFill>
                  <a:srgbClr val="000000"/>
                </a:solidFill>
                <a:latin typeface="Arial"/>
                <a:ea typeface="Arial"/>
              </a:rPr>
              <a:t>Organizations understand their </a:t>
            </a:r>
            <a:r>
              <a:rPr b="1" lang="en" sz="1800" spc="-1" strike="noStrike">
                <a:solidFill>
                  <a:srgbClr val="000000"/>
                </a:solidFill>
                <a:latin typeface="Arial"/>
                <a:ea typeface="Arial"/>
              </a:rPr>
              <a:t>problem domain</a:t>
            </a:r>
            <a:r>
              <a:rPr b="0" lang="en" sz="1800" spc="-1" strike="noStrike">
                <a:solidFill>
                  <a:srgbClr val="000000"/>
                </a:solidFill>
                <a:latin typeface="Arial"/>
                <a:ea typeface="Arial"/>
              </a:rPr>
              <a:t> better than outsiders.</a:t>
            </a:r>
            <a:endParaRPr b="0" lang="en-IN" sz="1800" spc="-1" strike="noStrike">
              <a:solidFill>
                <a:srgbClr val="000000"/>
              </a:solidFill>
              <a:latin typeface="Arial"/>
            </a:endParaRPr>
          </a:p>
          <a:p>
            <a:pPr marL="457200" indent="-343080">
              <a:lnSpc>
                <a:spcPct val="115000"/>
              </a:lnSpc>
              <a:buClr>
                <a:srgbClr val="000000"/>
              </a:buClr>
              <a:buFont typeface="Arial"/>
              <a:buChar char="●"/>
              <a:tabLst>
                <a:tab algn="l" pos="0"/>
              </a:tabLst>
            </a:pPr>
            <a:r>
              <a:rPr b="0" lang="en" sz="1800" spc="-1" strike="noStrike">
                <a:solidFill>
                  <a:srgbClr val="000000"/>
                </a:solidFill>
                <a:latin typeface="Arial"/>
                <a:ea typeface="Arial"/>
              </a:rPr>
              <a:t>Most questions can be answered </a:t>
            </a:r>
            <a:r>
              <a:rPr b="1" lang="en" sz="1800" spc="-1" strike="noStrike">
                <a:solidFill>
                  <a:srgbClr val="000000"/>
                </a:solidFill>
                <a:latin typeface="Arial"/>
                <a:ea typeface="Arial"/>
              </a:rPr>
              <a:t>internally</a:t>
            </a:r>
            <a:r>
              <a:rPr b="0" lang="en" sz="1800" spc="-1" strike="noStrike">
                <a:solidFill>
                  <a:srgbClr val="000000"/>
                </a:solidFill>
                <a:latin typeface="Arial"/>
                <a:ea typeface="Arial"/>
              </a:rPr>
              <a:t> with the right expertise.</a:t>
            </a:r>
            <a:endParaRPr b="0" lang="en-IN" sz="1800" spc="-1" strike="noStrike">
              <a:solidFill>
                <a:srgbClr val="000000"/>
              </a:solidFill>
              <a:latin typeface="Arial"/>
            </a:endParaRPr>
          </a:p>
          <a:p>
            <a:pPr marL="457200" indent="-343080">
              <a:lnSpc>
                <a:spcPct val="115000"/>
              </a:lnSpc>
              <a:buClr>
                <a:srgbClr val="000000"/>
              </a:buClr>
              <a:buFont typeface="Arial"/>
              <a:buChar char="●"/>
              <a:tabLst>
                <a:tab algn="l" pos="0"/>
              </a:tabLst>
            </a:pPr>
            <a:r>
              <a:rPr b="0" lang="en" sz="1800" spc="-1" strike="noStrike">
                <a:solidFill>
                  <a:srgbClr val="000000"/>
                </a:solidFill>
                <a:latin typeface="Arial"/>
                <a:ea typeface="Arial"/>
              </a:rPr>
              <a:t>Key requirements:</a:t>
            </a:r>
            <a:endParaRPr b="0" lang="en-IN" sz="1800" spc="-1" strike="noStrike">
              <a:solidFill>
                <a:srgbClr val="000000"/>
              </a:solidFill>
              <a:latin typeface="Arial"/>
            </a:endParaRPr>
          </a:p>
          <a:p>
            <a:pPr lvl="1" marL="914400" indent="-343080">
              <a:lnSpc>
                <a:spcPct val="115000"/>
              </a:lnSpc>
              <a:buClr>
                <a:srgbClr val="000000"/>
              </a:buClr>
              <a:buFont typeface="Arial"/>
              <a:buChar char="○"/>
              <a:tabLst>
                <a:tab algn="l" pos="0"/>
              </a:tabLst>
            </a:pPr>
            <a:r>
              <a:rPr b="1" lang="en" sz="1800" spc="-1" strike="noStrike">
                <a:solidFill>
                  <a:srgbClr val="000000"/>
                </a:solidFill>
                <a:latin typeface="Arial"/>
                <a:ea typeface="Arial"/>
              </a:rPr>
              <a:t>Experts</a:t>
            </a:r>
            <a:r>
              <a:rPr b="0" lang="en" sz="1800" spc="-1" strike="noStrike">
                <a:solidFill>
                  <a:srgbClr val="000000"/>
                </a:solidFill>
                <a:latin typeface="Arial"/>
                <a:ea typeface="Arial"/>
              </a:rPr>
              <a:t> who know the answers.</a:t>
            </a:r>
            <a:endParaRPr b="0" lang="en-IN" sz="1800" spc="-1" strike="noStrike">
              <a:solidFill>
                <a:srgbClr val="000000"/>
              </a:solidFill>
              <a:latin typeface="Arial"/>
            </a:endParaRPr>
          </a:p>
          <a:p>
            <a:pPr lvl="1" marL="914400" indent="-343080">
              <a:lnSpc>
                <a:spcPct val="115000"/>
              </a:lnSpc>
              <a:buClr>
                <a:srgbClr val="000000"/>
              </a:buClr>
              <a:buFont typeface="Arial"/>
              <a:buChar char="○"/>
              <a:tabLst>
                <a:tab algn="l" pos="0"/>
              </a:tabLst>
            </a:pPr>
            <a:r>
              <a:rPr b="1" lang="en" sz="1800" spc="-1" strike="noStrike">
                <a:solidFill>
                  <a:srgbClr val="000000"/>
                </a:solidFill>
                <a:latin typeface="Arial"/>
                <a:ea typeface="Arial"/>
              </a:rPr>
              <a:t>Knowledge-sharing mechanisms</a:t>
            </a:r>
            <a:r>
              <a:rPr b="0" lang="en" sz="1800" spc="-1" strike="noStrike">
                <a:solidFill>
                  <a:srgbClr val="000000"/>
                </a:solidFill>
                <a:latin typeface="Arial"/>
                <a:ea typeface="Arial"/>
              </a:rPr>
              <a:t> (Q&amp;A, documentation, tutorials, classes).</a:t>
            </a:r>
            <a:endParaRPr b="0" lang="en-IN" sz="1800" spc="-1" strike="noStrike">
              <a:solidFill>
                <a:srgbClr val="000000"/>
              </a:solidFill>
              <a:latin typeface="Arial"/>
            </a:endParaRPr>
          </a:p>
          <a:p>
            <a:pPr marL="457200" indent="-343080">
              <a:lnSpc>
                <a:spcPct val="115000"/>
              </a:lnSpc>
              <a:buClr>
                <a:srgbClr val="000000"/>
              </a:buClr>
              <a:buFont typeface="Arial"/>
              <a:buChar char="●"/>
              <a:tabLst>
                <a:tab algn="l" pos="0"/>
              </a:tabLst>
            </a:pPr>
            <a:r>
              <a:rPr b="0" lang="en" sz="1800" spc="-1" strike="noStrike">
                <a:solidFill>
                  <a:srgbClr val="000000"/>
                </a:solidFill>
                <a:latin typeface="Arial"/>
                <a:ea typeface="Arial"/>
              </a:rPr>
              <a:t>Success depends on building a </a:t>
            </a:r>
            <a:r>
              <a:rPr b="1" lang="en" sz="1800" spc="-1" strike="noStrike">
                <a:solidFill>
                  <a:srgbClr val="000000"/>
                </a:solidFill>
                <a:latin typeface="Arial"/>
                <a:ea typeface="Arial"/>
              </a:rPr>
              <a:t>culture of learning</a:t>
            </a:r>
            <a:r>
              <a:rPr b="0" lang="en" sz="1800" spc="-1" strike="noStrike">
                <a:solidFill>
                  <a:srgbClr val="000000"/>
                </a:solidFill>
                <a:latin typeface="Arial"/>
                <a:ea typeface="Arial"/>
              </a:rPr>
              <a:t>, supported by </a:t>
            </a:r>
            <a:r>
              <a:rPr b="1" lang="en" sz="1800" spc="-1" strike="noStrike">
                <a:solidFill>
                  <a:srgbClr val="000000"/>
                </a:solidFill>
                <a:latin typeface="Arial"/>
                <a:ea typeface="Arial"/>
              </a:rPr>
              <a:t>psychological safety</a:t>
            </a:r>
            <a:r>
              <a:rPr b="0" lang="en" sz="1800" spc="-1" strike="noStrike">
                <a:solidFill>
                  <a:srgbClr val="000000"/>
                </a:solidFill>
                <a:latin typeface="Arial"/>
                <a:ea typeface="Arial"/>
              </a:rPr>
              <a:t> that allows people to admit gaps in knowledge.</a:t>
            </a:r>
            <a:endParaRPr b="0" lang="en-IN" sz="1800" spc="-1" strike="noStrike">
              <a:solidFill>
                <a:srgbClr val="000000"/>
              </a:solidFill>
              <a:latin typeface="Arial"/>
            </a:endParaRPr>
          </a:p>
          <a:p>
            <a:pPr>
              <a:lnSpc>
                <a:spcPct val="115000"/>
              </a:lnSpc>
              <a:spcAft>
                <a:spcPts val="1199"/>
              </a:spcAft>
              <a:buNone/>
              <a:tabLst>
                <a:tab algn="l" pos="0"/>
              </a:tabLst>
            </a:pP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311760" y="444960"/>
            <a:ext cx="8520120" cy="572400"/>
          </a:xfrm>
          <a:prstGeom prst="rect">
            <a:avLst/>
          </a:prstGeom>
          <a:noFill/>
          <a:ln w="0">
            <a:noFill/>
          </a:ln>
        </p:spPr>
        <p:txBody>
          <a:bodyPr tIns="91440" bIns="91440" anchor="t">
            <a:normAutofit fontScale="91000"/>
          </a:bodyPr>
          <a:p>
            <a:pPr>
              <a:lnSpc>
                <a:spcPct val="100000"/>
              </a:lnSpc>
              <a:buNone/>
              <a:tabLst>
                <a:tab algn="l" pos="0"/>
              </a:tabLst>
            </a:pPr>
            <a:r>
              <a:rPr b="1" lang="en" sz="2800" spc="-1" strike="noStrike">
                <a:solidFill>
                  <a:srgbClr val="000000"/>
                </a:solidFill>
                <a:latin typeface="Arial"/>
                <a:ea typeface="Arial"/>
              </a:rPr>
              <a:t>Challenges to Learning:</a:t>
            </a:r>
            <a:endParaRPr b="0" lang="en-IN" sz="2800" spc="-1" strike="noStrike">
              <a:solidFill>
                <a:srgbClr val="000000"/>
              </a:solidFill>
              <a:latin typeface="Arial"/>
            </a:endParaRPr>
          </a:p>
        </p:txBody>
      </p:sp>
      <p:sp>
        <p:nvSpPr>
          <p:cNvPr id="84" name="PlaceHolder 2"/>
          <p:cNvSpPr>
            <a:spLocks noGrp="1"/>
          </p:cNvSpPr>
          <p:nvPr>
            <p:ph/>
          </p:nvPr>
        </p:nvSpPr>
        <p:spPr>
          <a:xfrm>
            <a:off x="311760" y="1152360"/>
            <a:ext cx="8520120" cy="4049280"/>
          </a:xfrm>
          <a:prstGeom prst="rect">
            <a:avLst/>
          </a:prstGeom>
          <a:noFill/>
          <a:ln w="0">
            <a:noFill/>
          </a:ln>
        </p:spPr>
        <p:txBody>
          <a:bodyPr tIns="91440" bIns="91440" anchor="t">
            <a:noAutofit/>
          </a:bodyPr>
          <a:p>
            <a:pPr>
              <a:lnSpc>
                <a:spcPct val="115000"/>
              </a:lnSpc>
              <a:spcBef>
                <a:spcPts val="1199"/>
              </a:spcBef>
              <a:buNone/>
              <a:tabLst>
                <a:tab algn="l" pos="0"/>
              </a:tabLst>
            </a:pPr>
            <a:r>
              <a:rPr b="1" lang="en" sz="1900" spc="-1" strike="noStrike">
                <a:solidFill>
                  <a:srgbClr val="0000ff"/>
                </a:solidFill>
                <a:latin typeface="Arial"/>
                <a:ea typeface="Arial"/>
              </a:rPr>
              <a:t>Sharing expertise across an organization is not an easy task. Without a strong culture of learning, challenges can emerge: </a:t>
            </a:r>
            <a:endParaRPr b="0" lang="en-IN" sz="1900" spc="-1" strike="noStrike">
              <a:solidFill>
                <a:srgbClr val="000000"/>
              </a:solidFill>
              <a:latin typeface="Arial"/>
            </a:endParaRPr>
          </a:p>
          <a:p>
            <a:pPr marL="457200" indent="-349200">
              <a:lnSpc>
                <a:spcPct val="115000"/>
              </a:lnSpc>
              <a:spcBef>
                <a:spcPts val="1199"/>
              </a:spcBef>
              <a:buClr>
                <a:srgbClr val="000000"/>
              </a:buClr>
              <a:buFont typeface="Arial"/>
              <a:buChar char="➢"/>
              <a:tabLst>
                <a:tab algn="l" pos="0"/>
              </a:tabLst>
            </a:pPr>
            <a:r>
              <a:rPr b="1" lang="en" sz="1900" spc="-1" strike="noStrike">
                <a:solidFill>
                  <a:srgbClr val="0000ff"/>
                </a:solidFill>
                <a:latin typeface="Arial"/>
                <a:ea typeface="Arial"/>
              </a:rPr>
              <a:t>Lack of psychological safety</a:t>
            </a:r>
            <a:r>
              <a:rPr b="0" lang="en" sz="1900" spc="-1" strike="noStrike">
                <a:solidFill>
                  <a:srgbClr val="0000ff"/>
                </a:solidFill>
                <a:latin typeface="Arial"/>
                <a:ea typeface="Arial"/>
              </a:rPr>
              <a:t>:</a:t>
            </a:r>
            <a:r>
              <a:rPr b="0" lang="en" sz="1900" spc="-1" strike="noStrike">
                <a:solidFill>
                  <a:srgbClr val="000000"/>
                </a:solidFill>
                <a:latin typeface="Arial"/>
                <a:ea typeface="Arial"/>
              </a:rPr>
              <a:t> An environment in which people are afraid to take risks or make mistakes in front of others because they fear being punished for it.</a:t>
            </a:r>
            <a:endParaRPr b="0" lang="en-IN" sz="1900" spc="-1" strike="noStrike">
              <a:solidFill>
                <a:srgbClr val="000000"/>
              </a:solidFill>
              <a:latin typeface="Arial"/>
            </a:endParaRPr>
          </a:p>
          <a:p>
            <a:pPr marL="457200" indent="-349200">
              <a:lnSpc>
                <a:spcPct val="115000"/>
              </a:lnSpc>
              <a:buClr>
                <a:srgbClr val="000000"/>
              </a:buClr>
              <a:buFont typeface="Arial"/>
              <a:buChar char="➢"/>
              <a:tabLst>
                <a:tab algn="l" pos="0"/>
              </a:tabLst>
            </a:pPr>
            <a:r>
              <a:rPr b="1" lang="en" sz="1900" spc="-1" strike="noStrike">
                <a:solidFill>
                  <a:srgbClr val="0000ff"/>
                </a:solidFill>
                <a:latin typeface="Arial"/>
                <a:ea typeface="Arial"/>
              </a:rPr>
              <a:t>Information islands</a:t>
            </a:r>
            <a:r>
              <a:rPr b="0" lang="en" sz="1900" spc="-1" strike="noStrike">
                <a:solidFill>
                  <a:srgbClr val="0000ff"/>
                </a:solidFill>
                <a:latin typeface="Arial"/>
                <a:ea typeface="Arial"/>
              </a:rPr>
              <a:t>:</a:t>
            </a:r>
            <a:r>
              <a:rPr b="0" lang="en" sz="1900" spc="-1" strike="noStrike">
                <a:solidFill>
                  <a:srgbClr val="000000"/>
                </a:solidFill>
                <a:latin typeface="Arial"/>
                <a:ea typeface="Arial"/>
              </a:rPr>
              <a:t> Knowledge fragmentation that occurs in different parts of an organization that don’t communicate with one another or use shared resources. In such an environment, each group develops its own way of doing things.</a:t>
            </a:r>
            <a:endParaRPr b="0" lang="en-IN" sz="1900" spc="-1" strike="noStrike">
              <a:solidFill>
                <a:srgbClr val="000000"/>
              </a:solidFill>
              <a:latin typeface="Arial"/>
            </a:endParaRPr>
          </a:p>
          <a:p>
            <a:pPr marL="457200" indent="-349200">
              <a:lnSpc>
                <a:spcPct val="115000"/>
              </a:lnSpc>
              <a:buClr>
                <a:srgbClr val="000000"/>
              </a:buClr>
              <a:buFont typeface="Arial"/>
              <a:buChar char="➢"/>
              <a:tabLst>
                <a:tab algn="l" pos="0"/>
              </a:tabLst>
            </a:pPr>
            <a:r>
              <a:rPr b="1" lang="en" sz="1900" spc="-1" strike="noStrike">
                <a:solidFill>
                  <a:srgbClr val="0000ff"/>
                </a:solidFill>
                <a:latin typeface="Arial"/>
                <a:ea typeface="Arial"/>
              </a:rPr>
              <a:t>Single point of failure (SPOF)</a:t>
            </a:r>
            <a:r>
              <a:rPr b="0" lang="en" sz="1900" spc="-1" strike="noStrike">
                <a:solidFill>
                  <a:srgbClr val="0000ff"/>
                </a:solidFill>
                <a:latin typeface="Arial"/>
                <a:ea typeface="Arial"/>
              </a:rPr>
              <a:t>:</a:t>
            </a:r>
            <a:r>
              <a:rPr b="0" lang="en" sz="1900" spc="-1" strike="noStrike">
                <a:solidFill>
                  <a:srgbClr val="000000"/>
                </a:solidFill>
                <a:latin typeface="Arial"/>
                <a:ea typeface="Arial"/>
              </a:rPr>
              <a:t> A bottleneck that occurs when critical information is available from only a single person.</a:t>
            </a:r>
            <a:endParaRPr b="0" lang="en-IN" sz="1900" spc="-1" strike="noStrike">
              <a:solidFill>
                <a:srgbClr val="000000"/>
              </a:solidFill>
              <a:latin typeface="Arial"/>
            </a:endParaRPr>
          </a:p>
          <a:p>
            <a:pPr>
              <a:lnSpc>
                <a:spcPct val="115000"/>
              </a:lnSpc>
              <a:spcBef>
                <a:spcPts val="1199"/>
              </a:spcBef>
              <a:buNone/>
              <a:tabLst>
                <a:tab algn="l" pos="0"/>
              </a:tabLst>
            </a:pPr>
            <a:endParaRPr b="0" lang="en-IN" sz="1700" spc="-1" strike="noStrike">
              <a:solidFill>
                <a:srgbClr val="000000"/>
              </a:solidFill>
              <a:latin typeface="Arial"/>
            </a:endParaRPr>
          </a:p>
          <a:p>
            <a:pPr>
              <a:lnSpc>
                <a:spcPct val="115000"/>
              </a:lnSpc>
              <a:spcBef>
                <a:spcPts val="1199"/>
              </a:spcBef>
              <a:spcAft>
                <a:spcPts val="1199"/>
              </a:spcAft>
              <a:buNone/>
              <a:tabLst>
                <a:tab algn="l" pos="0"/>
              </a:tabLst>
            </a:pP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311760" y="444960"/>
            <a:ext cx="8520120" cy="572400"/>
          </a:xfrm>
          <a:prstGeom prst="rect">
            <a:avLst/>
          </a:prstGeom>
          <a:noFill/>
          <a:ln w="0">
            <a:noFill/>
          </a:ln>
        </p:spPr>
        <p:txBody>
          <a:bodyPr tIns="91440" bIns="91440" anchor="t">
            <a:normAutofit fontScale="91000"/>
          </a:bodyPr>
          <a:p>
            <a:pPr>
              <a:lnSpc>
                <a:spcPct val="100000"/>
              </a:lnSpc>
              <a:buNone/>
              <a:tabLst>
                <a:tab algn="l" pos="0"/>
              </a:tabLst>
            </a:pPr>
            <a:r>
              <a:rPr b="1" lang="en" sz="2800" spc="-1" strike="noStrike">
                <a:solidFill>
                  <a:srgbClr val="000000"/>
                </a:solidFill>
                <a:latin typeface="Arial"/>
                <a:ea typeface="Arial"/>
              </a:rPr>
              <a:t>Challenges to Learning (cont…):</a:t>
            </a:r>
            <a:endParaRPr b="0" lang="en-IN" sz="2800" spc="-1" strike="noStrike">
              <a:solidFill>
                <a:srgbClr val="000000"/>
              </a:solidFill>
              <a:latin typeface="Arial"/>
            </a:endParaRPr>
          </a:p>
        </p:txBody>
      </p:sp>
      <p:sp>
        <p:nvSpPr>
          <p:cNvPr id="86" name="PlaceHolder 2"/>
          <p:cNvSpPr>
            <a:spLocks noGrp="1"/>
          </p:cNvSpPr>
          <p:nvPr>
            <p:ph/>
          </p:nvPr>
        </p:nvSpPr>
        <p:spPr>
          <a:xfrm>
            <a:off x="311760" y="1152360"/>
            <a:ext cx="8520120" cy="4103640"/>
          </a:xfrm>
          <a:prstGeom prst="rect">
            <a:avLst/>
          </a:prstGeom>
          <a:noFill/>
          <a:ln w="0">
            <a:noFill/>
          </a:ln>
        </p:spPr>
        <p:txBody>
          <a:bodyPr tIns="91440" bIns="91440" anchor="t">
            <a:noAutofit/>
          </a:bodyPr>
          <a:p>
            <a:pPr marL="457200" indent="-349200">
              <a:lnSpc>
                <a:spcPct val="115000"/>
              </a:lnSpc>
              <a:spcBef>
                <a:spcPts val="1199"/>
              </a:spcBef>
              <a:buClr>
                <a:srgbClr val="000000"/>
              </a:buClr>
              <a:buFont typeface="Arial"/>
              <a:buChar char="➢"/>
            </a:pPr>
            <a:r>
              <a:rPr b="1" lang="en" sz="1900" spc="-1" strike="noStrike">
                <a:solidFill>
                  <a:srgbClr val="0000ff"/>
                </a:solidFill>
                <a:latin typeface="Arial"/>
                <a:ea typeface="Arial"/>
              </a:rPr>
              <a:t>All-or-nothing expertise</a:t>
            </a:r>
            <a:r>
              <a:rPr b="0" lang="en" sz="1900" spc="-1" strike="noStrike">
                <a:solidFill>
                  <a:srgbClr val="0000ff"/>
                </a:solidFill>
                <a:latin typeface="Arial"/>
                <a:ea typeface="Arial"/>
              </a:rPr>
              <a:t>:</a:t>
            </a:r>
            <a:r>
              <a:rPr b="0" lang="en" sz="1900" spc="-1" strike="noStrike">
                <a:solidFill>
                  <a:srgbClr val="000000"/>
                </a:solidFill>
                <a:latin typeface="Arial"/>
                <a:ea typeface="Arial"/>
              </a:rPr>
              <a:t> A group of people that is split between people who know “everything” and who are “new”, with little middle ground. This problem often reinforces itself if experts always do everything themselves and don’t take the time to develop new experts through mentoring or documentation.</a:t>
            </a:r>
            <a:endParaRPr b="0" lang="en-IN" sz="1900" spc="-1" strike="noStrike">
              <a:solidFill>
                <a:srgbClr val="000000"/>
              </a:solidFill>
              <a:latin typeface="Arial"/>
            </a:endParaRPr>
          </a:p>
          <a:p>
            <a:pPr marL="457200" indent="-349200">
              <a:lnSpc>
                <a:spcPct val="115000"/>
              </a:lnSpc>
              <a:buClr>
                <a:srgbClr val="000000"/>
              </a:buClr>
              <a:buFont typeface="Arial"/>
              <a:buChar char="➢"/>
            </a:pPr>
            <a:r>
              <a:rPr b="1" lang="en" sz="1900" spc="-1" strike="noStrike">
                <a:solidFill>
                  <a:srgbClr val="0000ff"/>
                </a:solidFill>
                <a:latin typeface="Arial"/>
                <a:ea typeface="Arial"/>
              </a:rPr>
              <a:t>Parroting</a:t>
            </a:r>
            <a:r>
              <a:rPr b="0" lang="en" sz="1900" spc="-1" strike="noStrike">
                <a:solidFill>
                  <a:srgbClr val="0000ff"/>
                </a:solidFill>
                <a:latin typeface="Arial"/>
                <a:ea typeface="Arial"/>
              </a:rPr>
              <a:t>:</a:t>
            </a:r>
            <a:r>
              <a:rPr b="0" lang="en" sz="1900" spc="-1" strike="noStrike">
                <a:solidFill>
                  <a:srgbClr val="000000"/>
                </a:solidFill>
                <a:latin typeface="Arial"/>
                <a:ea typeface="Arial"/>
              </a:rPr>
              <a:t> Mimicry without understanding. This is typically characterized by mindlessly copying patterns or code without understanding their purpose.</a:t>
            </a:r>
            <a:endParaRPr b="0" lang="en-IN" sz="1900" spc="-1" strike="noStrike">
              <a:solidFill>
                <a:srgbClr val="000000"/>
              </a:solidFill>
              <a:latin typeface="Arial"/>
            </a:endParaRPr>
          </a:p>
          <a:p>
            <a:pPr marL="457200" indent="-349200">
              <a:lnSpc>
                <a:spcPct val="115000"/>
              </a:lnSpc>
              <a:buClr>
                <a:srgbClr val="000000"/>
              </a:buClr>
              <a:buFont typeface="Arial"/>
              <a:buChar char="➢"/>
            </a:pPr>
            <a:r>
              <a:rPr b="1" lang="en" sz="1900" spc="-1" strike="noStrike">
                <a:solidFill>
                  <a:srgbClr val="0000ff"/>
                </a:solidFill>
                <a:latin typeface="Arial"/>
                <a:ea typeface="Arial"/>
              </a:rPr>
              <a:t>Haunted graveyards</a:t>
            </a:r>
            <a:r>
              <a:rPr b="0" lang="en" sz="1900" spc="-1" strike="noStrike">
                <a:solidFill>
                  <a:srgbClr val="0000ff"/>
                </a:solidFill>
                <a:latin typeface="Arial"/>
                <a:ea typeface="Arial"/>
              </a:rPr>
              <a:t>:</a:t>
            </a:r>
            <a:r>
              <a:rPr b="0" lang="en" sz="1900" spc="-1" strike="noStrike">
                <a:solidFill>
                  <a:srgbClr val="000000"/>
                </a:solidFill>
                <a:latin typeface="Arial"/>
                <a:ea typeface="Arial"/>
              </a:rPr>
              <a:t> Places, often in code, that people avoid touching or changing because they are afraid that something might go wrong.</a:t>
            </a:r>
            <a:endParaRPr b="0" lang="en-IN" sz="1900" spc="-1" strike="noStrike">
              <a:solidFill>
                <a:srgbClr val="000000"/>
              </a:solidFill>
              <a:latin typeface="Arial"/>
            </a:endParaRPr>
          </a:p>
          <a:p>
            <a:pPr>
              <a:lnSpc>
                <a:spcPct val="115000"/>
              </a:lnSpc>
              <a:spcBef>
                <a:spcPts val="1199"/>
              </a:spcBef>
              <a:buNone/>
              <a:tabLst>
                <a:tab algn="l" pos="0"/>
              </a:tabLst>
            </a:pPr>
            <a:r>
              <a:rPr b="0" lang="en" sz="1900" spc="-1" strike="noStrike">
                <a:solidFill>
                  <a:srgbClr val="000000"/>
                </a:solidFill>
                <a:latin typeface="Arial"/>
                <a:ea typeface="Arial"/>
              </a:rPr>
              <a:t>An enormous part of learning is being able to try things and feeling safe to fail.</a:t>
            </a:r>
            <a:endParaRPr b="0" lang="en-IN" sz="1900" spc="-1" strike="noStrike">
              <a:solidFill>
                <a:srgbClr val="000000"/>
              </a:solidFill>
              <a:latin typeface="Arial"/>
            </a:endParaRPr>
          </a:p>
          <a:p>
            <a:pPr>
              <a:lnSpc>
                <a:spcPct val="115000"/>
              </a:lnSpc>
              <a:spcBef>
                <a:spcPts val="1199"/>
              </a:spcBef>
              <a:spcAft>
                <a:spcPts val="1199"/>
              </a:spcAft>
              <a:buNone/>
              <a:tabLst>
                <a:tab algn="l" pos="0"/>
              </a:tabLst>
            </a:pPr>
            <a:endParaRPr b="0" lang="en-IN"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311760" y="444960"/>
            <a:ext cx="8520120" cy="572400"/>
          </a:xfrm>
          <a:prstGeom prst="rect">
            <a:avLst/>
          </a:prstGeom>
          <a:noFill/>
          <a:ln w="0">
            <a:noFill/>
          </a:ln>
        </p:spPr>
        <p:txBody>
          <a:bodyPr tIns="91440" bIns="91440" anchor="t">
            <a:normAutofit fontScale="91000"/>
          </a:bodyPr>
          <a:p>
            <a:pPr>
              <a:lnSpc>
                <a:spcPct val="100000"/>
              </a:lnSpc>
              <a:buNone/>
              <a:tabLst>
                <a:tab algn="l" pos="0"/>
              </a:tabLst>
            </a:pPr>
            <a:r>
              <a:rPr b="0" lang="en" sz="2800" spc="-1" strike="noStrike">
                <a:solidFill>
                  <a:srgbClr val="000000"/>
                </a:solidFill>
                <a:latin typeface="Arial"/>
                <a:ea typeface="Arial"/>
              </a:rPr>
              <a:t>                        </a:t>
            </a:r>
            <a:r>
              <a:rPr b="0" lang="en" sz="2800" spc="-1" strike="noStrike">
                <a:solidFill>
                  <a:srgbClr val="000000"/>
                </a:solidFill>
                <a:latin typeface="Arial"/>
                <a:ea typeface="Arial"/>
              </a:rPr>
              <a:t>Haunting Graveyard </a:t>
            </a:r>
            <a:endParaRPr b="0" lang="en-IN" sz="2800" spc="-1" strike="noStrike">
              <a:solidFill>
                <a:srgbClr val="000000"/>
              </a:solidFill>
              <a:latin typeface="Arial"/>
            </a:endParaRPr>
          </a:p>
        </p:txBody>
      </p:sp>
      <p:sp>
        <p:nvSpPr>
          <p:cNvPr id="88" name="PlaceHolder 2"/>
          <p:cNvSpPr>
            <a:spLocks noGrp="1"/>
          </p:cNvSpPr>
          <p:nvPr>
            <p:ph/>
          </p:nvPr>
        </p:nvSpPr>
        <p:spPr>
          <a:xfrm>
            <a:off x="311760" y="1152360"/>
            <a:ext cx="8520120" cy="3416040"/>
          </a:xfrm>
          <a:prstGeom prst="rect">
            <a:avLst/>
          </a:prstGeom>
          <a:noFill/>
          <a:ln w="0">
            <a:noFill/>
          </a:ln>
        </p:spPr>
        <p:txBody>
          <a:bodyPr tIns="91440" bIns="91440" anchor="t">
            <a:normAutofit fontScale="83000"/>
          </a:bodyPr>
          <a:p>
            <a:pPr>
              <a:lnSpc>
                <a:spcPct val="115000"/>
              </a:lnSpc>
              <a:buNone/>
              <a:tabLst>
                <a:tab algn="l" pos="0"/>
              </a:tabLst>
            </a:pPr>
            <a:r>
              <a:rPr b="0" lang="en" sz="1800" spc="-1" strike="noStrike">
                <a:solidFill>
                  <a:srgbClr val="595959"/>
                </a:solidFill>
                <a:latin typeface="Arial"/>
                <a:ea typeface="Arial"/>
              </a:rPr>
              <a:t>Haunted graveyards in code  is a powerful metaphor that developers often use when talking about the remnants of old, forgotten, or dangerous code  that continue to live in a project, quietly causing problems.</a:t>
            </a:r>
            <a:endParaRPr b="0" lang="en-IN" sz="1800" spc="-1" strike="noStrike">
              <a:solidFill>
                <a:srgbClr val="000000"/>
              </a:solidFill>
              <a:latin typeface="Arial"/>
            </a:endParaRPr>
          </a:p>
          <a:p>
            <a:pPr>
              <a:lnSpc>
                <a:spcPct val="115000"/>
              </a:lnSpc>
              <a:buNone/>
              <a:tabLst>
                <a:tab algn="l" pos="0"/>
              </a:tabLst>
            </a:pPr>
            <a:endParaRPr b="0" lang="en-IN" sz="1800" spc="-1" strike="noStrike">
              <a:solidFill>
                <a:srgbClr val="000000"/>
              </a:solidFill>
              <a:latin typeface="Arial"/>
            </a:endParaRPr>
          </a:p>
          <a:p>
            <a:pPr marL="457200" indent="-325800">
              <a:lnSpc>
                <a:spcPct val="115000"/>
              </a:lnSpc>
              <a:buClr>
                <a:srgbClr val="595959"/>
              </a:buClr>
              <a:buFont typeface="Arial"/>
              <a:buChar char="●"/>
              <a:tabLst>
                <a:tab algn="l" pos="0"/>
              </a:tabLst>
            </a:pPr>
            <a:r>
              <a:rPr b="0" lang="en" sz="1800" spc="-1" strike="noStrike">
                <a:solidFill>
                  <a:srgbClr val="595959"/>
                </a:solidFill>
                <a:latin typeface="Arial"/>
                <a:ea typeface="Arial"/>
              </a:rPr>
              <a:t>Dead Code: Functions, classes, or modules no one calls anymore, but still linger in the repo.  They waste space, confuse new developers, and sometimes get accidentally revived.</a:t>
            </a:r>
            <a:endParaRPr b="0" lang="en-IN" sz="1800" spc="-1" strike="noStrike">
              <a:solidFill>
                <a:srgbClr val="000000"/>
              </a:solidFill>
              <a:latin typeface="Arial"/>
            </a:endParaRPr>
          </a:p>
          <a:p>
            <a:pPr marL="457200" indent="-325800">
              <a:lnSpc>
                <a:spcPct val="115000"/>
              </a:lnSpc>
              <a:buClr>
                <a:srgbClr val="595959"/>
              </a:buClr>
              <a:buFont typeface="Arial"/>
              <a:buChar char="●"/>
              <a:tabLst>
                <a:tab algn="l" pos="0"/>
              </a:tabLst>
            </a:pPr>
            <a:r>
              <a:rPr b="0" lang="en" sz="1800" spc="-1" strike="noStrike">
                <a:solidFill>
                  <a:srgbClr val="595959"/>
                </a:solidFill>
                <a:latin typeface="Arial"/>
                <a:ea typeface="Arial"/>
              </a:rPr>
              <a:t>Zombie Features: Half-built features hidden behind flags or commented-out code, never fully removed. Developers keep tripping over them, unsure if they should be revived or buried.</a:t>
            </a:r>
            <a:endParaRPr b="0" lang="en-IN" sz="1800" spc="-1" strike="noStrike">
              <a:solidFill>
                <a:srgbClr val="000000"/>
              </a:solidFill>
              <a:latin typeface="Arial"/>
            </a:endParaRPr>
          </a:p>
          <a:p>
            <a:pPr marL="457200" indent="-325800">
              <a:lnSpc>
                <a:spcPct val="115000"/>
              </a:lnSpc>
              <a:buClr>
                <a:srgbClr val="595959"/>
              </a:buClr>
              <a:buFont typeface="Arial"/>
              <a:buChar char="●"/>
              <a:tabLst>
                <a:tab algn="l" pos="0"/>
              </a:tabLst>
            </a:pPr>
            <a:r>
              <a:rPr b="0" lang="en" sz="1800" spc="-1" strike="noStrike">
                <a:solidFill>
                  <a:srgbClr val="595959"/>
                </a:solidFill>
                <a:latin typeface="Arial"/>
                <a:ea typeface="Arial"/>
              </a:rPr>
              <a:t>Ghost Dependencies: Old libraries or packages still listed in `requirements.txt` or `package.json`, but not really used.  These ghosts can bring in security vulnerabilities or bloat builds.</a:t>
            </a:r>
            <a:endParaRPr b="0" lang="en-IN" sz="1800" spc="-1" strike="noStrike">
              <a:solidFill>
                <a:srgbClr val="000000"/>
              </a:solidFill>
              <a:latin typeface="Arial"/>
            </a:endParaRPr>
          </a:p>
          <a:p>
            <a:pPr>
              <a:lnSpc>
                <a:spcPct val="115000"/>
              </a:lnSpc>
              <a:buNone/>
              <a:tabLst>
                <a:tab algn="l" pos="0"/>
              </a:tabLst>
            </a:pPr>
            <a:endParaRPr b="0" lang="en-IN" sz="1800" spc="-1" strike="noStrike">
              <a:solidFill>
                <a:srgbClr val="000000"/>
              </a:solidFill>
              <a:latin typeface="Arial"/>
            </a:endParaRPr>
          </a:p>
          <a:p>
            <a:pPr>
              <a:lnSpc>
                <a:spcPct val="115000"/>
              </a:lnSpc>
              <a:buNone/>
              <a:tabLst>
                <a:tab algn="l" pos="0"/>
              </a:tabLst>
            </a:pP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311760" y="0"/>
            <a:ext cx="8520120" cy="1059480"/>
          </a:xfrm>
          <a:prstGeom prst="rect">
            <a:avLst/>
          </a:prstGeom>
          <a:noFill/>
          <a:ln w="0">
            <a:noFill/>
          </a:ln>
        </p:spPr>
        <p:txBody>
          <a:bodyPr tIns="91440" bIns="91440" anchor="t">
            <a:noAutofit/>
          </a:bodyPr>
          <a:p>
            <a:pPr>
              <a:lnSpc>
                <a:spcPct val="100000"/>
              </a:lnSpc>
              <a:buNone/>
              <a:tabLst>
                <a:tab algn="l" pos="0"/>
              </a:tabLst>
            </a:pPr>
            <a:r>
              <a:rPr b="0" lang="en" sz="2720" spc="-1" strike="noStrike">
                <a:solidFill>
                  <a:srgbClr val="000000"/>
                </a:solidFill>
                <a:latin typeface="Arial"/>
                <a:ea typeface="Arial"/>
              </a:rPr>
              <a:t>Haunting Graveyard Contd…</a:t>
            </a:r>
            <a:endParaRPr b="0" lang="en-IN" sz="2720" spc="-1" strike="noStrike">
              <a:solidFill>
                <a:srgbClr val="000000"/>
              </a:solidFill>
              <a:latin typeface="Arial"/>
            </a:endParaRPr>
          </a:p>
          <a:p>
            <a:pPr>
              <a:lnSpc>
                <a:spcPct val="100000"/>
              </a:lnSpc>
              <a:buNone/>
              <a:tabLst>
                <a:tab algn="l" pos="0"/>
              </a:tabLst>
            </a:pPr>
            <a:r>
              <a:rPr b="0" lang="en" sz="2720" spc="-1" strike="noStrike">
                <a:solidFill>
                  <a:srgbClr val="000000"/>
                </a:solidFill>
                <a:latin typeface="Arial"/>
                <a:ea typeface="Arial"/>
              </a:rPr>
              <a:t>                 </a:t>
            </a:r>
            <a:r>
              <a:rPr b="0" lang="en" sz="2720" spc="-1" strike="noStrike">
                <a:solidFill>
                  <a:srgbClr val="000000"/>
                </a:solidFill>
                <a:latin typeface="Arial"/>
                <a:ea typeface="Arial"/>
              </a:rPr>
              <a:t>Why they’re haunted</a:t>
            </a:r>
            <a:endParaRPr b="0" lang="en-IN" sz="2720" spc="-1" strike="noStrike">
              <a:solidFill>
                <a:srgbClr val="000000"/>
              </a:solidFill>
              <a:latin typeface="Arial"/>
            </a:endParaRPr>
          </a:p>
        </p:txBody>
      </p:sp>
      <p:sp>
        <p:nvSpPr>
          <p:cNvPr id="90" name="PlaceHolder 2"/>
          <p:cNvSpPr>
            <a:spLocks noGrp="1"/>
          </p:cNvSpPr>
          <p:nvPr>
            <p:ph/>
          </p:nvPr>
        </p:nvSpPr>
        <p:spPr>
          <a:xfrm>
            <a:off x="0" y="1152360"/>
            <a:ext cx="9143640" cy="3416040"/>
          </a:xfrm>
          <a:prstGeom prst="rect">
            <a:avLst/>
          </a:prstGeom>
          <a:noFill/>
          <a:ln w="0">
            <a:noFill/>
          </a:ln>
        </p:spPr>
        <p:txBody>
          <a:bodyPr tIns="91440" bIns="91440" anchor="t">
            <a:noAutofit/>
          </a:bodyPr>
          <a:p>
            <a:pPr marL="457200" indent="-380880">
              <a:lnSpc>
                <a:spcPct val="115000"/>
              </a:lnSpc>
              <a:buClr>
                <a:srgbClr val="595959"/>
              </a:buClr>
              <a:buFont typeface="Arial"/>
              <a:buChar char="●"/>
            </a:pPr>
            <a:r>
              <a:rPr b="0" lang="en" sz="2400" spc="-1" strike="noStrike">
                <a:solidFill>
                  <a:srgbClr val="595959"/>
                </a:solidFill>
                <a:latin typeface="Arial"/>
                <a:ea typeface="Arial"/>
              </a:rPr>
              <a:t>Fear of touching them: “If I delete this, will the whole system break?”</a:t>
            </a:r>
            <a:endParaRPr b="0" lang="en-IN" sz="2400" spc="-1" strike="noStrike">
              <a:solidFill>
                <a:srgbClr val="000000"/>
              </a:solidFill>
              <a:latin typeface="Arial"/>
            </a:endParaRPr>
          </a:p>
          <a:p>
            <a:pPr marL="457200" indent="-380880">
              <a:lnSpc>
                <a:spcPct val="115000"/>
              </a:lnSpc>
              <a:buClr>
                <a:srgbClr val="595959"/>
              </a:buClr>
              <a:buFont typeface="Arial"/>
              <a:buChar char="●"/>
            </a:pPr>
            <a:r>
              <a:rPr b="0" lang="en" sz="2400" spc="-1" strike="noStrike">
                <a:solidFill>
                  <a:srgbClr val="595959"/>
                </a:solidFill>
                <a:latin typeface="Arial"/>
                <a:ea typeface="Arial"/>
              </a:rPr>
              <a:t>Knowledge gap: Original authors are long gone.</a:t>
            </a:r>
            <a:endParaRPr b="0" lang="en-IN" sz="2400" spc="-1" strike="noStrike">
              <a:solidFill>
                <a:srgbClr val="000000"/>
              </a:solidFill>
              <a:latin typeface="Arial"/>
            </a:endParaRPr>
          </a:p>
          <a:p>
            <a:pPr marL="457200" indent="-380880">
              <a:lnSpc>
                <a:spcPct val="115000"/>
              </a:lnSpc>
              <a:buClr>
                <a:srgbClr val="595959"/>
              </a:buClr>
              <a:buFont typeface="Arial"/>
              <a:buChar char="●"/>
            </a:pPr>
            <a:r>
              <a:rPr b="0" lang="en" sz="2400" spc="-1" strike="noStrike">
                <a:solidFill>
                  <a:srgbClr val="595959"/>
                </a:solidFill>
                <a:latin typeface="Arial"/>
                <a:ea typeface="Arial"/>
              </a:rPr>
              <a:t>Unexpected side effects: Removing one “dead” function sometimes wakes up hidden dependencies.</a:t>
            </a:r>
            <a:endParaRPr b="0" lang="en-IN" sz="2400" spc="-1" strike="noStrike">
              <a:solidFill>
                <a:srgbClr val="000000"/>
              </a:solidFill>
              <a:latin typeface="Arial"/>
            </a:endParaRPr>
          </a:p>
          <a:p>
            <a:pPr marL="457200" indent="-380880">
              <a:lnSpc>
                <a:spcPct val="115000"/>
              </a:lnSpc>
              <a:buClr>
                <a:srgbClr val="595959"/>
              </a:buClr>
              <a:buFont typeface="Arial"/>
              <a:buChar char="●"/>
            </a:pPr>
            <a:r>
              <a:rPr b="0" lang="en" sz="2400" spc="-1" strike="noStrike">
                <a:solidFill>
                  <a:srgbClr val="595959"/>
                </a:solidFill>
                <a:latin typeface="Arial"/>
                <a:ea typeface="Arial"/>
              </a:rPr>
              <a:t>Accumulated technical debt:  Slows development, increases bugs.</a:t>
            </a:r>
            <a:endParaRPr b="0" lang="en-IN" sz="2400" spc="-1" strike="noStrike">
              <a:solidFill>
                <a:srgbClr val="000000"/>
              </a:solidFill>
              <a:latin typeface="Arial"/>
            </a:endParaRPr>
          </a:p>
          <a:p>
            <a:pPr marL="457200">
              <a:lnSpc>
                <a:spcPct val="115000"/>
              </a:lnSpc>
              <a:spcBef>
                <a:spcPts val="1199"/>
              </a:spcBef>
              <a:buNone/>
              <a:tabLst>
                <a:tab algn="l" pos="0"/>
              </a:tabLst>
            </a:pP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311760" y="138960"/>
            <a:ext cx="8520120" cy="878400"/>
          </a:xfrm>
          <a:prstGeom prst="rect">
            <a:avLst/>
          </a:prstGeom>
          <a:noFill/>
          <a:ln w="0">
            <a:noFill/>
          </a:ln>
        </p:spPr>
        <p:txBody>
          <a:bodyPr tIns="91440" bIns="91440" anchor="t">
            <a:normAutofit/>
          </a:bodyPr>
          <a:p>
            <a:pPr>
              <a:lnSpc>
                <a:spcPct val="100000"/>
              </a:lnSpc>
              <a:buNone/>
              <a:tabLst>
                <a:tab algn="l" pos="0"/>
              </a:tabLst>
            </a:pPr>
            <a:r>
              <a:rPr b="1" lang="en" sz="2800" spc="-1" strike="noStrike">
                <a:solidFill>
                  <a:srgbClr val="000000"/>
                </a:solidFill>
                <a:latin typeface="Arial"/>
                <a:ea typeface="Arial"/>
              </a:rPr>
              <a:t>Philosophy of Software Engineering</a:t>
            </a:r>
            <a:endParaRPr b="0" lang="en-IN" sz="2800" spc="-1" strike="noStrike">
              <a:solidFill>
                <a:srgbClr val="000000"/>
              </a:solidFill>
              <a:latin typeface="Arial"/>
            </a:endParaRPr>
          </a:p>
        </p:txBody>
      </p:sp>
      <p:sp>
        <p:nvSpPr>
          <p:cNvPr id="92" name="PlaceHolder 2"/>
          <p:cNvSpPr>
            <a:spLocks noGrp="1"/>
          </p:cNvSpPr>
          <p:nvPr>
            <p:ph/>
          </p:nvPr>
        </p:nvSpPr>
        <p:spPr>
          <a:xfrm>
            <a:off x="0" y="851400"/>
            <a:ext cx="9070200" cy="4291920"/>
          </a:xfrm>
          <a:prstGeom prst="rect">
            <a:avLst/>
          </a:prstGeom>
          <a:noFill/>
          <a:ln w="0">
            <a:noFill/>
          </a:ln>
        </p:spPr>
        <p:txBody>
          <a:bodyPr tIns="91440" bIns="91440" anchor="t">
            <a:noAutofit/>
          </a:bodyPr>
          <a:p>
            <a:pPr marL="457200" indent="-355680">
              <a:lnSpc>
                <a:spcPct val="100000"/>
              </a:lnSpc>
              <a:buClr>
                <a:srgbClr val="000000"/>
              </a:buClr>
              <a:buFont typeface="Arial"/>
              <a:buChar char="●"/>
            </a:pPr>
            <a:r>
              <a:rPr b="0" lang="en" sz="2000" spc="-1" strike="noStrike">
                <a:solidFill>
                  <a:srgbClr val="000000"/>
                </a:solidFill>
                <a:latin typeface="Arial"/>
                <a:ea typeface="Arial"/>
              </a:rPr>
              <a:t>Every expert was once a new to organization, and organization must invest in developing their people.</a:t>
            </a:r>
            <a:endParaRPr b="0" lang="en-IN" sz="2000" spc="-1" strike="noStrike">
              <a:solidFill>
                <a:srgbClr val="000000"/>
              </a:solidFill>
              <a:latin typeface="Arial"/>
            </a:endParaRPr>
          </a:p>
          <a:p>
            <a:pPr marL="457200" indent="-355680">
              <a:lnSpc>
                <a:spcPct val="100000"/>
              </a:lnSpc>
              <a:buClr>
                <a:srgbClr val="000000"/>
              </a:buClr>
              <a:buFont typeface="Arial"/>
              <a:buChar char="●"/>
            </a:pPr>
            <a:r>
              <a:rPr b="1" lang="en" sz="2000" spc="-1" strike="noStrike">
                <a:solidFill>
                  <a:srgbClr val="000000"/>
                </a:solidFill>
                <a:latin typeface="Arial"/>
                <a:ea typeface="Arial"/>
              </a:rPr>
              <a:t>One-on-one expert knowledge -</a:t>
            </a:r>
            <a:r>
              <a:rPr b="0" lang="en" sz="2000" spc="-1" strike="noStrike">
                <a:solidFill>
                  <a:srgbClr val="000000"/>
                </a:solidFill>
                <a:latin typeface="Arial"/>
                <a:ea typeface="Arial"/>
              </a:rPr>
              <a:t> help is valuable but doesn’t scale effectively as if expert is unavailable the knowledge cannot be provided by others, and thus requires different ways to share knowledge among the people of organization.</a:t>
            </a:r>
            <a:endParaRPr b="0" lang="en-IN" sz="2000" spc="-1" strike="noStrike">
              <a:solidFill>
                <a:srgbClr val="000000"/>
              </a:solidFill>
              <a:latin typeface="Arial"/>
            </a:endParaRPr>
          </a:p>
          <a:p>
            <a:pPr marL="457200" indent="-355680">
              <a:lnSpc>
                <a:spcPct val="100000"/>
              </a:lnSpc>
              <a:buClr>
                <a:srgbClr val="000000"/>
              </a:buClr>
              <a:buFont typeface="Arial"/>
              <a:buChar char="●"/>
            </a:pPr>
            <a:r>
              <a:rPr b="1" lang="en" sz="2000" spc="-1" strike="noStrike">
                <a:solidFill>
                  <a:srgbClr val="000000"/>
                </a:solidFill>
                <a:latin typeface="Arial"/>
                <a:ea typeface="Arial"/>
              </a:rPr>
              <a:t>Documented Knowledge</a:t>
            </a:r>
            <a:r>
              <a:rPr b="0" lang="en" sz="2000" spc="-1" strike="noStrike">
                <a:solidFill>
                  <a:srgbClr val="000000"/>
                </a:solidFill>
                <a:latin typeface="Arial"/>
                <a:ea typeface="Arial"/>
              </a:rPr>
              <a:t> - Written documentation (e.g., team wikis) scales better, but requires maintenance and may lack personalization to one area.</a:t>
            </a:r>
            <a:endParaRPr b="0" lang="en-IN" sz="2000" spc="-1" strike="noStrike">
              <a:solidFill>
                <a:srgbClr val="000000"/>
              </a:solidFill>
              <a:latin typeface="Arial"/>
            </a:endParaRPr>
          </a:p>
          <a:p>
            <a:pPr marL="457200" indent="-355680">
              <a:lnSpc>
                <a:spcPct val="100000"/>
              </a:lnSpc>
              <a:buClr>
                <a:srgbClr val="000000"/>
              </a:buClr>
              <a:buFont typeface="Arial"/>
              <a:buChar char="●"/>
            </a:pPr>
            <a:r>
              <a:rPr b="1" lang="en" sz="2000" spc="-1" strike="noStrike">
                <a:solidFill>
                  <a:srgbClr val="000000"/>
                </a:solidFill>
                <a:latin typeface="Arial"/>
                <a:ea typeface="Arial"/>
              </a:rPr>
              <a:t>Tribal knowledge - </a:t>
            </a:r>
            <a:r>
              <a:rPr b="0" lang="en" sz="2000" spc="-1" strike="noStrike">
                <a:solidFill>
                  <a:srgbClr val="000000"/>
                </a:solidFill>
                <a:latin typeface="Arial"/>
                <a:ea typeface="Arial"/>
              </a:rPr>
              <a:t>is the gap that exists in between what individual team members know and what’s documented - it's vital to capture and share it.</a:t>
            </a:r>
            <a:endParaRPr b="0" lang="en-IN" sz="2000" spc="-1" strike="noStrike">
              <a:solidFill>
                <a:srgbClr val="000000"/>
              </a:solidFill>
              <a:latin typeface="Arial"/>
            </a:endParaRPr>
          </a:p>
          <a:p>
            <a:pPr marL="457200" indent="-355680">
              <a:lnSpc>
                <a:spcPct val="100000"/>
              </a:lnSpc>
              <a:buClr>
                <a:srgbClr val="000000"/>
              </a:buClr>
              <a:buFont typeface="Arial"/>
              <a:buChar char="●"/>
            </a:pPr>
            <a:r>
              <a:rPr b="0" lang="en" sz="2000" spc="-1" strike="noStrike">
                <a:solidFill>
                  <a:srgbClr val="000000"/>
                </a:solidFill>
                <a:latin typeface="Arial"/>
                <a:ea typeface="Arial"/>
              </a:rPr>
              <a:t>Tribal and written documentation </a:t>
            </a:r>
            <a:r>
              <a:rPr b="1" lang="en" sz="2000" spc="-1" strike="noStrike">
                <a:solidFill>
                  <a:srgbClr val="000000"/>
                </a:solidFill>
                <a:latin typeface="Arial"/>
                <a:ea typeface="Arial"/>
              </a:rPr>
              <a:t>complement each other</a:t>
            </a:r>
            <a:r>
              <a:rPr b="0" lang="en" sz="2000" spc="-1" strike="noStrike">
                <a:solidFill>
                  <a:srgbClr val="000000"/>
                </a:solidFill>
                <a:latin typeface="Arial"/>
                <a:ea typeface="Arial"/>
              </a:rPr>
              <a:t>; both are necessary.</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94" name="PlaceHolder 2"/>
          <p:cNvSpPr>
            <a:spLocks noGrp="1"/>
          </p:cNvSpPr>
          <p:nvPr>
            <p:ph/>
          </p:nvPr>
        </p:nvSpPr>
        <p:spPr>
          <a:xfrm>
            <a:off x="311760" y="1152360"/>
            <a:ext cx="8520120" cy="3416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1400" spc="-1" strike="noStrike">
                <a:solidFill>
                  <a:srgbClr val="000000"/>
                </a:solidFill>
                <a:latin typeface="Arial"/>
              </a:rPr>
              <a:t>In software engineering, tribal knowledge refers to critical information about a system, process, or organization that is not formally documented and exists only in the minds of certain team members. This knowledge is usually acquired through experience and passed along informally (through conversations, habits, or unwritten rules), much like the oral traditions of a tribe—hence the name.</a:t>
            </a:r>
            <a:endParaRPr b="0" lang="en-IN" sz="1400" spc="-1" strike="noStrike">
              <a:solidFill>
                <a:srgbClr val="000000"/>
              </a:solidFill>
              <a:latin typeface="Arial"/>
            </a:endParaRPr>
          </a:p>
          <a:p>
            <a:pPr marL="432000" indent="-324000">
              <a:spcBef>
                <a:spcPts val="1417"/>
              </a:spcBef>
              <a:buClr>
                <a:srgbClr val="000000"/>
              </a:buClr>
              <a:buSzPct val="45000"/>
              <a:buFont typeface="Wingdings" charset="2"/>
              <a:buChar char=""/>
            </a:pPr>
            <a:r>
              <a:rPr b="0" lang="en-IN" sz="1400" spc="-1" strike="noStrike">
                <a:solidFill>
                  <a:srgbClr val="000000"/>
                </a:solidFill>
                <a:latin typeface="Arial"/>
              </a:rPr>
              <a:t>Key Characteristics</a:t>
            </a:r>
            <a:endParaRPr b="0" lang="en-IN" sz="1400" spc="-1" strike="noStrike">
              <a:solidFill>
                <a:srgbClr val="000000"/>
              </a:solidFill>
              <a:latin typeface="Arial"/>
            </a:endParaRPr>
          </a:p>
          <a:p>
            <a:pPr marL="432000" indent="-324000">
              <a:spcBef>
                <a:spcPts val="1417"/>
              </a:spcBef>
              <a:buClr>
                <a:srgbClr val="000000"/>
              </a:buClr>
              <a:buSzPct val="45000"/>
              <a:buFont typeface="Wingdings" charset="2"/>
              <a:buChar char=""/>
            </a:pPr>
            <a:r>
              <a:rPr b="0" lang="en-IN" sz="1400" spc="-1" strike="noStrike">
                <a:solidFill>
                  <a:srgbClr val="000000"/>
                </a:solidFill>
                <a:latin typeface="Arial"/>
              </a:rPr>
              <a:t>Undocumented: Not captured in official documentation, code comments, or manuals.</a:t>
            </a:r>
            <a:endParaRPr b="0" lang="en-IN" sz="1400" spc="-1" strike="noStrike">
              <a:solidFill>
                <a:srgbClr val="000000"/>
              </a:solidFill>
              <a:latin typeface="Arial"/>
            </a:endParaRPr>
          </a:p>
          <a:p>
            <a:pPr marL="432000" indent="-324000">
              <a:spcBef>
                <a:spcPts val="1417"/>
              </a:spcBef>
              <a:buClr>
                <a:srgbClr val="000000"/>
              </a:buClr>
              <a:buSzPct val="45000"/>
              <a:buFont typeface="Wingdings" charset="2"/>
              <a:buChar char=""/>
            </a:pPr>
            <a:r>
              <a:rPr b="0" lang="en-IN" sz="1400" spc="-1" strike="noStrike">
                <a:solidFill>
                  <a:srgbClr val="000000"/>
                </a:solidFill>
                <a:latin typeface="Arial"/>
              </a:rPr>
              <a:t>Person-dependent: Resides with specific individuals or small groups.</a:t>
            </a:r>
            <a:endParaRPr b="0" lang="en-IN" sz="1400" spc="-1" strike="noStrike">
              <a:solidFill>
                <a:srgbClr val="000000"/>
              </a:solidFill>
              <a:latin typeface="Arial"/>
            </a:endParaRPr>
          </a:p>
          <a:p>
            <a:pPr marL="432000" indent="-324000">
              <a:spcBef>
                <a:spcPts val="1417"/>
              </a:spcBef>
              <a:buClr>
                <a:srgbClr val="000000"/>
              </a:buClr>
              <a:buSzPct val="45000"/>
              <a:buFont typeface="Wingdings" charset="2"/>
              <a:buChar char=""/>
            </a:pPr>
            <a:r>
              <a:rPr b="0" lang="en-IN" sz="1400" spc="-1" strike="noStrike">
                <a:solidFill>
                  <a:srgbClr val="000000"/>
                </a:solidFill>
                <a:latin typeface="Arial"/>
              </a:rPr>
              <a:t>Context-rich: Often includes subtle details about system behavior, edge cases, or historical reasons for design decisions.</a:t>
            </a:r>
            <a:endParaRPr b="0" lang="en-IN"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311760" y="444960"/>
            <a:ext cx="8520120" cy="572400"/>
          </a:xfrm>
          <a:prstGeom prst="rect">
            <a:avLst/>
          </a:prstGeom>
          <a:noFill/>
          <a:ln w="0">
            <a:noFill/>
          </a:ln>
        </p:spPr>
        <p:txBody>
          <a:bodyPr tIns="91440" bIns="91440" anchor="t">
            <a:noAutofit/>
          </a:bodyPr>
          <a:p>
            <a:pPr>
              <a:lnSpc>
                <a:spcPct val="100000"/>
              </a:lnSpc>
              <a:buNone/>
              <a:tabLst>
                <a:tab algn="l" pos="0"/>
              </a:tabLst>
            </a:pPr>
            <a:r>
              <a:rPr b="1" lang="en" sz="2420" spc="-1" strike="noStrike">
                <a:solidFill>
                  <a:srgbClr val="000000"/>
                </a:solidFill>
                <a:latin typeface="Arial"/>
                <a:ea typeface="Arial"/>
              </a:rPr>
              <a:t>Psychological Safety and Mentorship in Software Teams</a:t>
            </a:r>
            <a:endParaRPr b="0" lang="en-IN" sz="2420" spc="-1" strike="noStrike">
              <a:solidFill>
                <a:srgbClr val="000000"/>
              </a:solidFill>
              <a:latin typeface="Arial"/>
            </a:endParaRPr>
          </a:p>
        </p:txBody>
      </p:sp>
      <p:sp>
        <p:nvSpPr>
          <p:cNvPr id="96" name="PlaceHolder 2"/>
          <p:cNvSpPr>
            <a:spLocks noGrp="1"/>
          </p:cNvSpPr>
          <p:nvPr>
            <p:ph/>
          </p:nvPr>
        </p:nvSpPr>
        <p:spPr>
          <a:xfrm>
            <a:off x="311760" y="1152360"/>
            <a:ext cx="8520120" cy="4060080"/>
          </a:xfrm>
          <a:prstGeom prst="rect">
            <a:avLst/>
          </a:prstGeom>
          <a:noFill/>
          <a:ln w="0">
            <a:noFill/>
          </a:ln>
        </p:spPr>
        <p:txBody>
          <a:bodyPr tIns="91440" bIns="91440" anchor="t">
            <a:normAutofit fontScale="70000"/>
          </a:bodyPr>
          <a:p>
            <a:pPr>
              <a:lnSpc>
                <a:spcPct val="100000"/>
              </a:lnSpc>
              <a:spcBef>
                <a:spcPts val="1400"/>
              </a:spcBef>
              <a:buNone/>
              <a:tabLst>
                <a:tab algn="l" pos="0"/>
              </a:tabLst>
            </a:pPr>
            <a:r>
              <a:rPr b="1" lang="en" sz="2100" spc="-1" strike="noStrike">
                <a:solidFill>
                  <a:srgbClr val="000000"/>
                </a:solidFill>
                <a:latin typeface="Arial"/>
                <a:ea typeface="Arial"/>
              </a:rPr>
              <a:t>🔹</a:t>
            </a:r>
            <a:r>
              <a:rPr b="1" lang="en" sz="2470" spc="-1" strike="noStrike">
                <a:solidFill>
                  <a:srgbClr val="000000"/>
                </a:solidFill>
                <a:latin typeface="Arial"/>
                <a:ea typeface="Arial"/>
              </a:rPr>
              <a:t> </a:t>
            </a:r>
            <a:r>
              <a:rPr b="1" lang="en" sz="2470" spc="-1" strike="noStrike">
                <a:solidFill>
                  <a:srgbClr val="0000ff"/>
                </a:solidFill>
                <a:latin typeface="Arial"/>
                <a:ea typeface="Arial"/>
              </a:rPr>
              <a:t>Why Psychological Safety Matters</a:t>
            </a:r>
            <a:endParaRPr b="0" lang="en-IN" sz="2470" spc="-1" strike="noStrike">
              <a:solidFill>
                <a:srgbClr val="000000"/>
              </a:solidFill>
              <a:latin typeface="Arial"/>
            </a:endParaRPr>
          </a:p>
          <a:p>
            <a:pPr marL="914400" indent="-338040">
              <a:lnSpc>
                <a:spcPct val="100000"/>
              </a:lnSpc>
              <a:spcBef>
                <a:spcPts val="1199"/>
              </a:spcBef>
              <a:buClr>
                <a:srgbClr val="000000"/>
              </a:buClr>
              <a:buFont typeface="Arial"/>
              <a:buChar char="●"/>
              <a:tabLst>
                <a:tab algn="l" pos="0"/>
              </a:tabLst>
            </a:pPr>
            <a:r>
              <a:rPr b="0" lang="en" sz="2460" spc="-1" strike="noStrike">
                <a:solidFill>
                  <a:srgbClr val="000000"/>
                </a:solidFill>
                <a:latin typeface="Arial"/>
                <a:ea typeface="Arial"/>
              </a:rPr>
              <a:t>Learning begins by acknowledging knowledge gaps - honesty must be welcomed.</a:t>
            </a:r>
            <a:endParaRPr b="0" lang="en-IN" sz="2460" spc="-1" strike="noStrike">
              <a:solidFill>
                <a:srgbClr val="000000"/>
              </a:solidFill>
              <a:latin typeface="Arial"/>
            </a:endParaRPr>
          </a:p>
          <a:p>
            <a:pPr marL="914400" indent="-338040">
              <a:lnSpc>
                <a:spcPct val="100000"/>
              </a:lnSpc>
              <a:buClr>
                <a:srgbClr val="000000"/>
              </a:buClr>
              <a:buFont typeface="Arial"/>
              <a:buChar char="●"/>
              <a:tabLst>
                <a:tab algn="l" pos="0"/>
              </a:tabLst>
            </a:pPr>
            <a:r>
              <a:rPr b="0" lang="en" sz="2460" spc="-1" strike="noStrike">
                <a:solidFill>
                  <a:srgbClr val="000000"/>
                </a:solidFill>
                <a:latin typeface="Arial"/>
                <a:ea typeface="Arial"/>
              </a:rPr>
              <a:t>Safe environments encourage risk-taking, asking questions, and admitting mistakes.</a:t>
            </a:r>
            <a:endParaRPr b="0" lang="en-IN" sz="2460" spc="-1" strike="noStrike">
              <a:solidFill>
                <a:srgbClr val="000000"/>
              </a:solidFill>
              <a:latin typeface="Arial"/>
            </a:endParaRPr>
          </a:p>
          <a:p>
            <a:pPr marL="914400" indent="-338040">
              <a:lnSpc>
                <a:spcPct val="100000"/>
              </a:lnSpc>
              <a:buClr>
                <a:srgbClr val="000000"/>
              </a:buClr>
              <a:buFont typeface="Arial"/>
              <a:buChar char="●"/>
              <a:tabLst>
                <a:tab algn="l" pos="0"/>
              </a:tabLst>
            </a:pPr>
            <a:r>
              <a:rPr b="0" lang="en" sz="2460" spc="-1" strike="noStrike">
                <a:solidFill>
                  <a:srgbClr val="000000"/>
                </a:solidFill>
                <a:latin typeface="Arial"/>
                <a:ea typeface="Arial"/>
              </a:rPr>
              <a:t>Google research shows psychological safety is the </a:t>
            </a:r>
            <a:r>
              <a:rPr b="1" lang="en" sz="2460" spc="-1" strike="noStrike">
                <a:solidFill>
                  <a:srgbClr val="000000"/>
                </a:solidFill>
                <a:latin typeface="Arial"/>
                <a:ea typeface="Arial"/>
              </a:rPr>
              <a:t>#1 factor for team effectiveness</a:t>
            </a:r>
            <a:r>
              <a:rPr b="0" lang="en" sz="2460" spc="-1" strike="noStrike">
                <a:solidFill>
                  <a:srgbClr val="000000"/>
                </a:solidFill>
                <a:latin typeface="Arial"/>
                <a:ea typeface="Arial"/>
              </a:rPr>
              <a:t>.</a:t>
            </a:r>
            <a:endParaRPr b="0" lang="en-IN" sz="2460" spc="-1" strike="noStrike">
              <a:solidFill>
                <a:srgbClr val="000000"/>
              </a:solidFill>
              <a:latin typeface="Arial"/>
            </a:endParaRPr>
          </a:p>
          <a:p>
            <a:pPr marL="914400" indent="-338040">
              <a:lnSpc>
                <a:spcPct val="100000"/>
              </a:lnSpc>
              <a:buClr>
                <a:srgbClr val="000000"/>
              </a:buClr>
              <a:buFont typeface="Arial"/>
              <a:buChar char="●"/>
              <a:tabLst>
                <a:tab algn="l" pos="0"/>
              </a:tabLst>
            </a:pPr>
            <a:r>
              <a:rPr b="0" lang="en" sz="2460" spc="-1" strike="noStrike">
                <a:solidFill>
                  <a:srgbClr val="000000"/>
                </a:solidFill>
                <a:latin typeface="Arial"/>
                <a:ea typeface="Arial"/>
              </a:rPr>
              <a:t>Psychological safety is the foundation for fostering a knowledge-sharing environment.</a:t>
            </a:r>
            <a:endParaRPr b="0" lang="en-IN" sz="2460" spc="-1" strike="noStrike">
              <a:solidFill>
                <a:srgbClr val="000000"/>
              </a:solidFill>
              <a:latin typeface="Arial"/>
            </a:endParaRPr>
          </a:p>
          <a:p>
            <a:pPr>
              <a:lnSpc>
                <a:spcPct val="100000"/>
              </a:lnSpc>
              <a:spcBef>
                <a:spcPts val="1400"/>
              </a:spcBef>
              <a:buNone/>
              <a:tabLst>
                <a:tab algn="l" pos="0"/>
              </a:tabLst>
            </a:pPr>
            <a:r>
              <a:rPr b="1" lang="en" sz="2460" spc="-1" strike="noStrike">
                <a:solidFill>
                  <a:srgbClr val="000000"/>
                </a:solidFill>
                <a:latin typeface="Arial"/>
                <a:ea typeface="Arial"/>
              </a:rPr>
              <a:t>🔹  </a:t>
            </a:r>
            <a:r>
              <a:rPr b="1" lang="en" sz="2460" spc="-1" strike="noStrike">
                <a:solidFill>
                  <a:srgbClr val="0000ff"/>
                </a:solidFill>
                <a:latin typeface="Arial"/>
                <a:ea typeface="Arial"/>
              </a:rPr>
              <a:t>Mentorship as a Foundation</a:t>
            </a:r>
            <a:endParaRPr b="0" lang="en-IN" sz="2460" spc="-1" strike="noStrike">
              <a:solidFill>
                <a:srgbClr val="000000"/>
              </a:solidFill>
              <a:latin typeface="Arial"/>
            </a:endParaRPr>
          </a:p>
          <a:p>
            <a:pPr marL="914400" indent="-338040">
              <a:lnSpc>
                <a:spcPct val="100000"/>
              </a:lnSpc>
              <a:spcBef>
                <a:spcPts val="1199"/>
              </a:spcBef>
              <a:buClr>
                <a:srgbClr val="000000"/>
              </a:buClr>
              <a:buFont typeface="Arial"/>
              <a:buChar char="●"/>
              <a:tabLst>
                <a:tab algn="l" pos="0"/>
              </a:tabLst>
            </a:pPr>
            <a:r>
              <a:rPr b="0" lang="en" sz="2460" spc="-1" strike="noStrike">
                <a:solidFill>
                  <a:srgbClr val="000000"/>
                </a:solidFill>
                <a:latin typeface="Arial"/>
                <a:ea typeface="Arial"/>
              </a:rPr>
              <a:t>New members are paired with </a:t>
            </a:r>
            <a:r>
              <a:rPr b="1" lang="en" sz="2460" spc="-1" strike="noStrike">
                <a:solidFill>
                  <a:srgbClr val="000000"/>
                </a:solidFill>
                <a:latin typeface="Arial"/>
                <a:ea typeface="Arial"/>
              </a:rPr>
              <a:t>non-manager mentors</a:t>
            </a:r>
            <a:r>
              <a:rPr b="0" lang="en" sz="2460" spc="-1" strike="noStrike">
                <a:solidFill>
                  <a:srgbClr val="000000"/>
                </a:solidFill>
                <a:latin typeface="Arial"/>
                <a:ea typeface="Arial"/>
              </a:rPr>
              <a:t> for guidance and safety.</a:t>
            </a:r>
            <a:endParaRPr b="0" lang="en-IN" sz="2460" spc="-1" strike="noStrike">
              <a:solidFill>
                <a:srgbClr val="000000"/>
              </a:solidFill>
              <a:latin typeface="Arial"/>
            </a:endParaRPr>
          </a:p>
          <a:p>
            <a:pPr marL="914400" indent="-338040">
              <a:lnSpc>
                <a:spcPct val="100000"/>
              </a:lnSpc>
              <a:buClr>
                <a:srgbClr val="000000"/>
              </a:buClr>
              <a:buFont typeface="Arial"/>
              <a:buChar char="●"/>
              <a:tabLst>
                <a:tab algn="l" pos="0"/>
              </a:tabLst>
            </a:pPr>
            <a:r>
              <a:rPr b="0" lang="en" sz="2460" spc="-1" strike="noStrike">
                <a:solidFill>
                  <a:srgbClr val="000000"/>
                </a:solidFill>
                <a:latin typeface="Arial"/>
                <a:ea typeface="Arial"/>
              </a:rPr>
              <a:t>Mentors help navigate tech, tools, and company culture without judgment.</a:t>
            </a:r>
            <a:endParaRPr b="0" lang="en-IN" sz="2460" spc="-1" strike="noStrike">
              <a:solidFill>
                <a:srgbClr val="000000"/>
              </a:solidFill>
              <a:latin typeface="Arial"/>
            </a:endParaRPr>
          </a:p>
          <a:p>
            <a:pPr marL="914400" indent="-338040">
              <a:lnSpc>
                <a:spcPct val="100000"/>
              </a:lnSpc>
              <a:buClr>
                <a:srgbClr val="000000"/>
              </a:buClr>
              <a:buFont typeface="Arial"/>
              <a:buChar char="●"/>
              <a:tabLst>
                <a:tab algn="l" pos="0"/>
              </a:tabLst>
            </a:pPr>
            <a:r>
              <a:rPr b="0" lang="en" sz="2460" spc="-1" strike="noStrike">
                <a:solidFill>
                  <a:srgbClr val="000000"/>
                </a:solidFill>
                <a:latin typeface="Arial"/>
                <a:ea typeface="Arial"/>
              </a:rPr>
              <a:t>Encourages continual learning across all levels, not just newcomers.</a:t>
            </a:r>
            <a:endParaRPr b="0" lang="en-IN" sz="24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272520" y="138240"/>
            <a:ext cx="8520120" cy="572400"/>
          </a:xfrm>
          <a:prstGeom prst="rect">
            <a:avLst/>
          </a:prstGeom>
          <a:noFill/>
          <a:ln w="0">
            <a:noFill/>
          </a:ln>
        </p:spPr>
        <p:txBody>
          <a:bodyPr tIns="91440" bIns="91440" anchor="t">
            <a:normAutofit/>
          </a:bodyPr>
          <a:p>
            <a:pPr>
              <a:lnSpc>
                <a:spcPct val="100000"/>
              </a:lnSpc>
              <a:buNone/>
              <a:tabLst>
                <a:tab algn="l" pos="0"/>
              </a:tabLst>
            </a:pPr>
            <a:r>
              <a:rPr b="1" lang="en" sz="2320" spc="-1" strike="noStrike">
                <a:solidFill>
                  <a:srgbClr val="000000"/>
                </a:solidFill>
                <a:latin typeface="Arial"/>
                <a:ea typeface="Arial"/>
              </a:rPr>
              <a:t>Psychological Safety and Mentorship in Software Teams</a:t>
            </a:r>
            <a:endParaRPr b="0" lang="en-IN" sz="2320" spc="-1" strike="noStrike">
              <a:solidFill>
                <a:srgbClr val="000000"/>
              </a:solidFill>
              <a:latin typeface="Arial"/>
            </a:endParaRPr>
          </a:p>
        </p:txBody>
      </p:sp>
      <p:sp>
        <p:nvSpPr>
          <p:cNvPr id="98" name="PlaceHolder 2"/>
          <p:cNvSpPr>
            <a:spLocks noGrp="1"/>
          </p:cNvSpPr>
          <p:nvPr>
            <p:ph/>
          </p:nvPr>
        </p:nvSpPr>
        <p:spPr>
          <a:xfrm>
            <a:off x="225000" y="641160"/>
            <a:ext cx="8520120" cy="4446720"/>
          </a:xfrm>
          <a:prstGeom prst="rect">
            <a:avLst/>
          </a:prstGeom>
          <a:noFill/>
          <a:ln w="0">
            <a:noFill/>
          </a:ln>
        </p:spPr>
        <p:txBody>
          <a:bodyPr tIns="91440" bIns="91440" anchor="t">
            <a:noAutofit/>
          </a:bodyPr>
          <a:p>
            <a:pPr>
              <a:lnSpc>
                <a:spcPct val="100000"/>
              </a:lnSpc>
              <a:spcBef>
                <a:spcPts val="1400"/>
              </a:spcBef>
              <a:buNone/>
              <a:tabLst>
                <a:tab algn="l" pos="0"/>
              </a:tabLst>
            </a:pPr>
            <a:r>
              <a:rPr b="1" lang="en" sz="1600" spc="-1" strike="noStrike">
                <a:solidFill>
                  <a:srgbClr val="0000ff"/>
                </a:solidFill>
                <a:latin typeface="Arial"/>
                <a:ea typeface="Arial"/>
              </a:rPr>
              <a:t>🔹 </a:t>
            </a:r>
            <a:r>
              <a:rPr b="1" lang="en" sz="1600" spc="-1" strike="noStrike">
                <a:solidFill>
                  <a:srgbClr val="0000ff"/>
                </a:solidFill>
                <a:latin typeface="Arial"/>
                <a:ea typeface="Arial"/>
              </a:rPr>
              <a:t>Scaling Safety in Large Groups</a:t>
            </a:r>
            <a:endParaRPr b="0" lang="en-IN" sz="1600" spc="-1" strike="noStrike">
              <a:solidFill>
                <a:srgbClr val="000000"/>
              </a:solidFill>
              <a:latin typeface="Arial"/>
            </a:endParaRPr>
          </a:p>
          <a:p>
            <a:pPr marL="914400" indent="-330120">
              <a:lnSpc>
                <a:spcPct val="100000"/>
              </a:lnSpc>
              <a:spcBef>
                <a:spcPts val="1400"/>
              </a:spcBef>
              <a:buClr>
                <a:srgbClr val="000000"/>
              </a:buClr>
              <a:buFont typeface="Arial"/>
              <a:buChar char="●"/>
              <a:tabLst>
                <a:tab algn="l" pos="0"/>
              </a:tabLst>
            </a:pPr>
            <a:r>
              <a:rPr b="0" lang="en" sz="1600" spc="-1" strike="noStrike">
                <a:solidFill>
                  <a:srgbClr val="000000"/>
                </a:solidFill>
                <a:latin typeface="Arial"/>
                <a:ea typeface="Arial"/>
              </a:rPr>
              <a:t>Asking in large groups can be intimidating; the need for safety is </a:t>
            </a:r>
            <a:r>
              <a:rPr b="1" lang="en" sz="1600" spc="-1" strike="noStrike">
                <a:solidFill>
                  <a:srgbClr val="000000"/>
                </a:solidFill>
                <a:latin typeface="Arial"/>
                <a:ea typeface="Arial"/>
              </a:rPr>
              <a:t>amplified</a:t>
            </a:r>
            <a:r>
              <a:rPr b="0" lang="en" sz="1600" spc="-1" strike="noStrike">
                <a:solidFill>
                  <a:srgbClr val="000000"/>
                </a:solidFill>
                <a:latin typeface="Arial"/>
                <a:ea typeface="Arial"/>
              </a:rPr>
              <a:t>.</a:t>
            </a:r>
            <a:endParaRPr b="0" lang="en-IN" sz="1600" spc="-1" strike="noStrike">
              <a:solidFill>
                <a:srgbClr val="000000"/>
              </a:solidFill>
              <a:latin typeface="Arial"/>
            </a:endParaRPr>
          </a:p>
          <a:p>
            <a:pPr marL="914400" indent="-330120">
              <a:lnSpc>
                <a:spcPct val="100000"/>
              </a:lnSpc>
              <a:buClr>
                <a:srgbClr val="000000"/>
              </a:buClr>
              <a:buFont typeface="Arial"/>
              <a:buChar char="●"/>
              <a:tabLst>
                <a:tab algn="l" pos="0"/>
              </a:tabLst>
            </a:pPr>
            <a:r>
              <a:rPr b="0" lang="en" sz="1600" spc="-1" strike="noStrike">
                <a:solidFill>
                  <a:srgbClr val="000000"/>
                </a:solidFill>
                <a:latin typeface="Arial"/>
                <a:ea typeface="Arial"/>
              </a:rPr>
              <a:t>Group culture must be </a:t>
            </a:r>
            <a:r>
              <a:rPr b="1" lang="en" sz="1600" spc="-1" strike="noStrike">
                <a:solidFill>
                  <a:srgbClr val="000000"/>
                </a:solidFill>
                <a:latin typeface="Arial"/>
                <a:ea typeface="Arial"/>
              </a:rPr>
              <a:t>cooperative, not adversarial</a:t>
            </a:r>
            <a:r>
              <a:rPr b="0" lang="en" sz="1600" spc="-1" strike="noStrike">
                <a:solidFill>
                  <a:srgbClr val="000000"/>
                </a:solidFill>
                <a:latin typeface="Arial"/>
                <a:ea typeface="Arial"/>
              </a:rPr>
              <a:t>.</a:t>
            </a:r>
            <a:endParaRPr b="0" lang="en-IN" sz="1600" spc="-1" strike="noStrike">
              <a:solidFill>
                <a:srgbClr val="000000"/>
              </a:solidFill>
              <a:latin typeface="Arial"/>
            </a:endParaRPr>
          </a:p>
          <a:p>
            <a:pPr marL="914400" indent="-330120">
              <a:lnSpc>
                <a:spcPct val="100000"/>
              </a:lnSpc>
              <a:buClr>
                <a:srgbClr val="000000"/>
              </a:buClr>
              <a:buFont typeface="Arial"/>
              <a:buChar char="●"/>
              <a:tabLst>
                <a:tab algn="l" pos="0"/>
              </a:tabLst>
            </a:pPr>
            <a:r>
              <a:rPr b="0" lang="en" sz="1600" spc="-1" strike="noStrike">
                <a:solidFill>
                  <a:srgbClr val="000000"/>
                </a:solidFill>
                <a:latin typeface="Arial"/>
                <a:ea typeface="Arial"/>
              </a:rPr>
              <a:t>The following must be followed for group interaction patterns:</a:t>
            </a:r>
            <a:endParaRPr b="0" lang="en-IN" sz="1600" spc="-1" strike="noStrike">
              <a:solidFill>
                <a:srgbClr val="000000"/>
              </a:solidFill>
              <a:latin typeface="Arial"/>
            </a:endParaRPr>
          </a:p>
          <a:p>
            <a:pPr>
              <a:lnSpc>
                <a:spcPct val="100000"/>
              </a:lnSpc>
              <a:spcBef>
                <a:spcPts val="1199"/>
              </a:spcBef>
              <a:buNone/>
              <a:tabLst>
                <a:tab algn="l" pos="0"/>
              </a:tabLst>
            </a:pPr>
            <a:endParaRPr b="0" lang="en-IN" sz="1800" spc="-1" strike="noStrike">
              <a:solidFill>
                <a:srgbClr val="000000"/>
              </a:solidFill>
              <a:latin typeface="Arial"/>
            </a:endParaRPr>
          </a:p>
          <a:p>
            <a:pPr>
              <a:lnSpc>
                <a:spcPct val="115000"/>
              </a:lnSpc>
              <a:spcBef>
                <a:spcPts val="1199"/>
              </a:spcBef>
              <a:spcAft>
                <a:spcPts val="1199"/>
              </a:spcAft>
              <a:buNone/>
              <a:tabLst>
                <a:tab algn="l" pos="0"/>
              </a:tabLst>
            </a:pPr>
            <a:endParaRPr b="0" lang="en-IN" sz="1800" spc="-1" strike="noStrike">
              <a:solidFill>
                <a:srgbClr val="000000"/>
              </a:solidFill>
              <a:latin typeface="Arial"/>
            </a:endParaRPr>
          </a:p>
        </p:txBody>
      </p:sp>
      <p:pic>
        <p:nvPicPr>
          <p:cNvPr id="99" name="Google Shape;109;p8" descr=""/>
          <p:cNvPicPr/>
          <p:nvPr/>
        </p:nvPicPr>
        <p:blipFill>
          <a:blip r:embed="rId1"/>
          <a:stretch/>
        </p:blipFill>
        <p:spPr>
          <a:xfrm>
            <a:off x="1112040" y="1975680"/>
            <a:ext cx="5925240" cy="307080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311760" y="390600"/>
            <a:ext cx="8520120" cy="572400"/>
          </a:xfrm>
          <a:prstGeom prst="rect">
            <a:avLst/>
          </a:prstGeom>
          <a:noFill/>
          <a:ln w="0">
            <a:noFill/>
          </a:ln>
        </p:spPr>
        <p:txBody>
          <a:bodyPr tIns="91440" bIns="91440" anchor="t">
            <a:noAutofit/>
          </a:bodyPr>
          <a:p>
            <a:pPr>
              <a:lnSpc>
                <a:spcPct val="100000"/>
              </a:lnSpc>
              <a:buNone/>
              <a:tabLst>
                <a:tab algn="l" pos="0"/>
              </a:tabLst>
            </a:pPr>
            <a:r>
              <a:rPr b="1" lang="en" sz="2200" spc="-1" strike="noStrike">
                <a:solidFill>
                  <a:srgbClr val="000000"/>
                </a:solidFill>
                <a:latin typeface="Arial"/>
                <a:ea typeface="Arial"/>
              </a:rPr>
              <a:t>Growing Your Knowledge: A Culture of Continuous Learning</a:t>
            </a:r>
            <a:endParaRPr b="0" lang="en-IN" sz="2200" spc="-1" strike="noStrike">
              <a:solidFill>
                <a:srgbClr val="000000"/>
              </a:solidFill>
              <a:latin typeface="Arial"/>
            </a:endParaRPr>
          </a:p>
        </p:txBody>
      </p:sp>
      <p:sp>
        <p:nvSpPr>
          <p:cNvPr id="101" name="PlaceHolder 2"/>
          <p:cNvSpPr>
            <a:spLocks noGrp="1"/>
          </p:cNvSpPr>
          <p:nvPr>
            <p:ph/>
          </p:nvPr>
        </p:nvSpPr>
        <p:spPr>
          <a:xfrm>
            <a:off x="311760" y="1152360"/>
            <a:ext cx="8520120" cy="3929760"/>
          </a:xfrm>
          <a:prstGeom prst="rect">
            <a:avLst/>
          </a:prstGeom>
          <a:noFill/>
          <a:ln w="0">
            <a:noFill/>
          </a:ln>
        </p:spPr>
        <p:txBody>
          <a:bodyPr tIns="91440" bIns="91440" anchor="t">
            <a:normAutofit fontScale="73000"/>
          </a:bodyPr>
          <a:p>
            <a:pPr>
              <a:lnSpc>
                <a:spcPct val="115000"/>
              </a:lnSpc>
              <a:spcBef>
                <a:spcPts val="1400"/>
              </a:spcBef>
              <a:buNone/>
              <a:tabLst>
                <a:tab algn="l" pos="0"/>
              </a:tabLst>
            </a:pPr>
            <a:r>
              <a:rPr b="1" lang="en" sz="2720" spc="-1" strike="noStrike">
                <a:solidFill>
                  <a:srgbClr val="000000"/>
                </a:solidFill>
                <a:latin typeface="Arial"/>
                <a:ea typeface="Arial"/>
              </a:rPr>
              <a:t>🔹</a:t>
            </a:r>
            <a:r>
              <a:rPr b="1" lang="en" sz="2720" spc="-1" strike="noStrike">
                <a:solidFill>
                  <a:srgbClr val="0000ff"/>
                </a:solidFill>
                <a:latin typeface="Arial"/>
                <a:ea typeface="Arial"/>
              </a:rPr>
              <a:t> </a:t>
            </a:r>
            <a:r>
              <a:rPr b="1" lang="en" sz="2720" spc="-1" strike="noStrike">
                <a:solidFill>
                  <a:srgbClr val="0000ff"/>
                </a:solidFill>
                <a:latin typeface="Arial"/>
                <a:ea typeface="Arial"/>
              </a:rPr>
              <a:t>Always Be Learning</a:t>
            </a:r>
            <a:endParaRPr b="0" lang="en-IN" sz="2720" spc="-1" strike="noStrike">
              <a:solidFill>
                <a:srgbClr val="000000"/>
              </a:solidFill>
              <a:latin typeface="Arial"/>
            </a:endParaRPr>
          </a:p>
          <a:p>
            <a:pPr marL="914400" indent="-349200">
              <a:lnSpc>
                <a:spcPct val="115000"/>
              </a:lnSpc>
              <a:spcBef>
                <a:spcPts val="1199"/>
              </a:spcBef>
              <a:buClr>
                <a:srgbClr val="000000"/>
              </a:buClr>
              <a:buFont typeface="Arial"/>
              <a:buChar char="●"/>
              <a:tabLst>
                <a:tab algn="l" pos="0"/>
              </a:tabLst>
            </a:pPr>
            <a:r>
              <a:rPr b="0" lang="en" sz="2720" spc="-1" strike="noStrike">
                <a:solidFill>
                  <a:srgbClr val="000000"/>
                </a:solidFill>
                <a:latin typeface="Arial"/>
                <a:ea typeface="Arial"/>
              </a:rPr>
              <a:t>Learning is ongoing - even senior engineers don’t know everything.</a:t>
            </a:r>
            <a:endParaRPr b="0" lang="en-IN" sz="2720" spc="-1" strike="noStrike">
              <a:solidFill>
                <a:srgbClr val="000000"/>
              </a:solidFill>
              <a:latin typeface="Arial"/>
            </a:endParaRPr>
          </a:p>
          <a:p>
            <a:pPr marL="914400" indent="-349200">
              <a:lnSpc>
                <a:spcPct val="115000"/>
              </a:lnSpc>
              <a:buClr>
                <a:srgbClr val="000000"/>
              </a:buClr>
              <a:buFont typeface="Arial"/>
              <a:buChar char="●"/>
              <a:tabLst>
                <a:tab algn="l" pos="0"/>
              </a:tabLst>
            </a:pPr>
            <a:r>
              <a:rPr b="0" lang="en" sz="2720" spc="-1" strike="noStrike">
                <a:solidFill>
                  <a:srgbClr val="000000"/>
                </a:solidFill>
                <a:latin typeface="Arial"/>
                <a:ea typeface="Arial"/>
              </a:rPr>
              <a:t>Asking questions is essential; don't fear appearing inexperienced.</a:t>
            </a:r>
            <a:endParaRPr b="0" lang="en-IN" sz="2720" spc="-1" strike="noStrike">
              <a:solidFill>
                <a:srgbClr val="000000"/>
              </a:solidFill>
              <a:latin typeface="Arial"/>
            </a:endParaRPr>
          </a:p>
          <a:p>
            <a:pPr marL="914400" indent="-349200">
              <a:lnSpc>
                <a:spcPct val="115000"/>
              </a:lnSpc>
              <a:buClr>
                <a:srgbClr val="000000"/>
              </a:buClr>
              <a:buFont typeface="Arial"/>
              <a:buChar char="●"/>
              <a:tabLst>
                <a:tab algn="l" pos="0"/>
              </a:tabLst>
            </a:pPr>
            <a:r>
              <a:rPr b="0" lang="en" sz="2720" spc="-1" strike="noStrike">
                <a:solidFill>
                  <a:srgbClr val="000000"/>
                </a:solidFill>
                <a:latin typeface="Arial"/>
                <a:ea typeface="Arial"/>
              </a:rPr>
              <a:t>Rely on coworkers as a valuable source of knowledge.</a:t>
            </a:r>
            <a:endParaRPr b="0" lang="en-IN" sz="2720" spc="-1" strike="noStrike">
              <a:solidFill>
                <a:srgbClr val="000000"/>
              </a:solidFill>
              <a:latin typeface="Arial"/>
            </a:endParaRPr>
          </a:p>
          <a:p>
            <a:pPr marL="914400" indent="-349200">
              <a:lnSpc>
                <a:spcPct val="115000"/>
              </a:lnSpc>
              <a:buClr>
                <a:srgbClr val="000000"/>
              </a:buClr>
              <a:buFont typeface="Arial"/>
              <a:buChar char="●"/>
              <a:tabLst>
                <a:tab algn="l" pos="0"/>
              </a:tabLst>
            </a:pPr>
            <a:r>
              <a:rPr b="0" lang="en" sz="2720" spc="-1" strike="noStrike">
                <a:solidFill>
                  <a:srgbClr val="000000"/>
                </a:solidFill>
                <a:latin typeface="Arial"/>
                <a:ea typeface="Arial"/>
              </a:rPr>
              <a:t>Leaders must model curiosity and vulnerability to normalize learning.</a:t>
            </a:r>
            <a:endParaRPr b="0" lang="en-IN" sz="2720" spc="-1" strike="noStrike">
              <a:solidFill>
                <a:srgbClr val="000000"/>
              </a:solidFill>
              <a:latin typeface="Arial"/>
            </a:endParaRPr>
          </a:p>
          <a:p>
            <a:pPr>
              <a:lnSpc>
                <a:spcPct val="115000"/>
              </a:lnSpc>
              <a:spcBef>
                <a:spcPts val="1400"/>
              </a:spcBef>
              <a:buNone/>
              <a:tabLst>
                <a:tab algn="l" pos="0"/>
              </a:tabLst>
            </a:pPr>
            <a:r>
              <a:rPr b="1" lang="en" sz="2720" spc="-1" strike="noStrike">
                <a:solidFill>
                  <a:srgbClr val="000000"/>
                </a:solidFill>
                <a:latin typeface="Arial"/>
                <a:ea typeface="Arial"/>
              </a:rPr>
              <a:t>🔹 </a:t>
            </a:r>
            <a:r>
              <a:rPr b="1" lang="en" sz="2720" spc="-1" strike="noStrike">
                <a:solidFill>
                  <a:srgbClr val="0000ff"/>
                </a:solidFill>
                <a:latin typeface="Arial"/>
                <a:ea typeface="Arial"/>
              </a:rPr>
              <a:t>Create a Safe Space for Questions</a:t>
            </a:r>
            <a:endParaRPr b="0" lang="en-IN" sz="2720" spc="-1" strike="noStrike">
              <a:solidFill>
                <a:srgbClr val="000000"/>
              </a:solidFill>
              <a:latin typeface="Arial"/>
            </a:endParaRPr>
          </a:p>
          <a:p>
            <a:pPr marL="914400" indent="-349200">
              <a:lnSpc>
                <a:spcPct val="115000"/>
              </a:lnSpc>
              <a:spcBef>
                <a:spcPts val="1199"/>
              </a:spcBef>
              <a:buClr>
                <a:srgbClr val="000000"/>
              </a:buClr>
              <a:buFont typeface="Arial"/>
              <a:buChar char="●"/>
              <a:tabLst>
                <a:tab algn="l" pos="0"/>
              </a:tabLst>
            </a:pPr>
            <a:r>
              <a:rPr b="0" lang="en" sz="2720" spc="-1" strike="noStrike">
                <a:solidFill>
                  <a:srgbClr val="000000"/>
                </a:solidFill>
                <a:latin typeface="Arial"/>
                <a:ea typeface="Arial"/>
              </a:rPr>
              <a:t>Normalize asking “trivial” questions without shame.</a:t>
            </a:r>
            <a:endParaRPr b="0" lang="en-IN" sz="2720" spc="-1" strike="noStrike">
              <a:solidFill>
                <a:srgbClr val="000000"/>
              </a:solidFill>
              <a:latin typeface="Arial"/>
            </a:endParaRPr>
          </a:p>
          <a:p>
            <a:pPr marL="914400" indent="-349200">
              <a:lnSpc>
                <a:spcPct val="115000"/>
              </a:lnSpc>
              <a:buClr>
                <a:srgbClr val="000000"/>
              </a:buClr>
              <a:buFont typeface="Arial"/>
              <a:buChar char="●"/>
              <a:tabLst>
                <a:tab algn="l" pos="0"/>
              </a:tabLst>
            </a:pPr>
            <a:r>
              <a:rPr b="0" lang="en" sz="2720" spc="-1" strike="noStrike">
                <a:solidFill>
                  <a:srgbClr val="000000"/>
                </a:solidFill>
                <a:latin typeface="Arial"/>
                <a:ea typeface="Arial"/>
              </a:rPr>
              <a:t>Kindness and patience when responding foster psychological safety.</a:t>
            </a:r>
            <a:endParaRPr b="0" lang="en-IN" sz="2720" spc="-1" strike="noStrike">
              <a:solidFill>
                <a:srgbClr val="000000"/>
              </a:solidFill>
              <a:latin typeface="Arial"/>
            </a:endParaRPr>
          </a:p>
          <a:p>
            <a:pPr marL="914400" indent="-349200">
              <a:lnSpc>
                <a:spcPct val="115000"/>
              </a:lnSpc>
              <a:buClr>
                <a:srgbClr val="000000"/>
              </a:buClr>
              <a:buFont typeface="Arial"/>
              <a:buChar char="●"/>
              <a:tabLst>
                <a:tab algn="l" pos="0"/>
              </a:tabLst>
            </a:pPr>
            <a:r>
              <a:rPr b="0" lang="en" sz="2720" spc="-1" strike="noStrike">
                <a:solidFill>
                  <a:srgbClr val="000000"/>
                </a:solidFill>
                <a:latin typeface="Arial"/>
                <a:ea typeface="Arial"/>
              </a:rPr>
              <a:t>Targeted help reduces ramp-up time and boosts team productivity.</a:t>
            </a:r>
            <a:endParaRPr b="0" lang="en-IN" sz="2720" spc="-1" strike="noStrike">
              <a:solidFill>
                <a:srgbClr val="000000"/>
              </a:solidFill>
              <a:latin typeface="Arial"/>
            </a:endParaRPr>
          </a:p>
          <a:p>
            <a:pPr>
              <a:lnSpc>
                <a:spcPct val="115000"/>
              </a:lnSpc>
              <a:spcBef>
                <a:spcPts val="1199"/>
              </a:spcBef>
              <a:spcAft>
                <a:spcPts val="1199"/>
              </a:spcAft>
              <a:buNone/>
              <a:tabLst>
                <a:tab algn="l" pos="0"/>
              </a:tabLst>
            </a:pP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311760" y="444960"/>
            <a:ext cx="8520120" cy="572400"/>
          </a:xfrm>
          <a:prstGeom prst="rect">
            <a:avLst/>
          </a:prstGeom>
          <a:noFill/>
          <a:ln w="0">
            <a:noFill/>
          </a:ln>
        </p:spPr>
        <p:txBody>
          <a:bodyPr tIns="91440" bIns="91440" anchor="t">
            <a:noAutofit/>
          </a:bodyPr>
          <a:p>
            <a:pPr>
              <a:lnSpc>
                <a:spcPct val="100000"/>
              </a:lnSpc>
              <a:buNone/>
              <a:tabLst>
                <a:tab algn="l" pos="0"/>
              </a:tabLst>
            </a:pPr>
            <a:r>
              <a:rPr b="1" lang="en" sz="2300" spc="-1" strike="noStrike">
                <a:solidFill>
                  <a:srgbClr val="000000"/>
                </a:solidFill>
                <a:latin typeface="Arial"/>
                <a:ea typeface="Arial"/>
              </a:rPr>
              <a:t>Growing Your Knowledge: A Culture of Continuous Learning (cont…)</a:t>
            </a:r>
            <a:endParaRPr b="0" lang="en-IN" sz="2300" spc="-1" strike="noStrike">
              <a:solidFill>
                <a:srgbClr val="000000"/>
              </a:solidFill>
              <a:latin typeface="Arial"/>
            </a:endParaRPr>
          </a:p>
        </p:txBody>
      </p:sp>
      <p:sp>
        <p:nvSpPr>
          <p:cNvPr id="103" name="PlaceHolder 2"/>
          <p:cNvSpPr>
            <a:spLocks noGrp="1"/>
          </p:cNvSpPr>
          <p:nvPr>
            <p:ph/>
          </p:nvPr>
        </p:nvSpPr>
        <p:spPr>
          <a:xfrm>
            <a:off x="311760" y="1539720"/>
            <a:ext cx="8520120" cy="3542760"/>
          </a:xfrm>
          <a:prstGeom prst="rect">
            <a:avLst/>
          </a:prstGeom>
          <a:noFill/>
          <a:ln w="0">
            <a:noFill/>
          </a:ln>
        </p:spPr>
        <p:txBody>
          <a:bodyPr tIns="91440" bIns="91440" anchor="t">
            <a:normAutofit fontScale="90000"/>
          </a:bodyPr>
          <a:p>
            <a:pPr>
              <a:lnSpc>
                <a:spcPct val="115000"/>
              </a:lnSpc>
              <a:spcBef>
                <a:spcPts val="1400"/>
              </a:spcBef>
              <a:buNone/>
              <a:tabLst>
                <a:tab algn="l" pos="0"/>
              </a:tabLst>
            </a:pPr>
            <a:r>
              <a:rPr b="1" lang="en" sz="2100" spc="-1" strike="noStrike">
                <a:solidFill>
                  <a:srgbClr val="000000"/>
                </a:solidFill>
                <a:latin typeface="Arial"/>
                <a:ea typeface="Arial"/>
              </a:rPr>
              <a:t>🔹</a:t>
            </a:r>
            <a:r>
              <a:rPr b="1" lang="en" sz="2100" spc="-1" strike="noStrike">
                <a:solidFill>
                  <a:srgbClr val="0000ff"/>
                </a:solidFill>
                <a:latin typeface="Arial"/>
                <a:ea typeface="Arial"/>
              </a:rPr>
              <a:t> </a:t>
            </a:r>
            <a:r>
              <a:rPr b="1" lang="en" sz="2100" spc="-1" strike="noStrike">
                <a:solidFill>
                  <a:srgbClr val="0000ff"/>
                </a:solidFill>
                <a:latin typeface="Arial"/>
                <a:ea typeface="Arial"/>
              </a:rPr>
              <a:t>Understand the Context Before Acting</a:t>
            </a:r>
            <a:endParaRPr b="0" lang="en-IN" sz="2100" spc="-1" strike="noStrike">
              <a:solidFill>
                <a:srgbClr val="000000"/>
              </a:solidFill>
              <a:latin typeface="Arial"/>
            </a:endParaRPr>
          </a:p>
          <a:p>
            <a:pPr marL="914400" indent="-331200">
              <a:lnSpc>
                <a:spcPct val="115000"/>
              </a:lnSpc>
              <a:spcBef>
                <a:spcPts val="1199"/>
              </a:spcBef>
              <a:buClr>
                <a:srgbClr val="000000"/>
              </a:buClr>
              <a:buFont typeface="Arial"/>
              <a:buChar char="●"/>
              <a:tabLst>
                <a:tab algn="l" pos="0"/>
              </a:tabLst>
            </a:pPr>
            <a:r>
              <a:rPr b="0" lang="en" sz="1900" spc="-1" strike="noStrike">
                <a:solidFill>
                  <a:srgbClr val="000000"/>
                </a:solidFill>
                <a:latin typeface="Arial"/>
                <a:ea typeface="Arial"/>
              </a:rPr>
              <a:t>Learning includes </a:t>
            </a:r>
            <a:r>
              <a:rPr b="0" i="1" lang="en" sz="1900" spc="-1" strike="noStrike">
                <a:solidFill>
                  <a:srgbClr val="000000"/>
                </a:solidFill>
                <a:latin typeface="Arial"/>
                <a:ea typeface="Arial"/>
              </a:rPr>
              <a:t>why</a:t>
            </a:r>
            <a:r>
              <a:rPr b="0" lang="en" sz="1900" spc="-1" strike="noStrike">
                <a:solidFill>
                  <a:srgbClr val="000000"/>
                </a:solidFill>
                <a:latin typeface="Arial"/>
                <a:ea typeface="Arial"/>
              </a:rPr>
              <a:t> something was built a certain way.</a:t>
            </a:r>
            <a:endParaRPr b="0" lang="en-IN" sz="1900" spc="-1" strike="noStrike">
              <a:solidFill>
                <a:srgbClr val="000000"/>
              </a:solidFill>
              <a:latin typeface="Arial"/>
            </a:endParaRPr>
          </a:p>
          <a:p>
            <a:pPr marL="914400" indent="-331200">
              <a:lnSpc>
                <a:spcPct val="115000"/>
              </a:lnSpc>
              <a:buClr>
                <a:srgbClr val="000000"/>
              </a:buClr>
              <a:buFont typeface="Arial"/>
              <a:buChar char="●"/>
              <a:tabLst>
                <a:tab algn="l" pos="0"/>
              </a:tabLst>
            </a:pPr>
            <a:r>
              <a:rPr b="0" lang="en" sz="1900" spc="-1" strike="noStrike">
                <a:solidFill>
                  <a:srgbClr val="000000"/>
                </a:solidFill>
                <a:latin typeface="Arial"/>
                <a:ea typeface="Arial"/>
              </a:rPr>
              <a:t>Don’t rush to change legacy systems — ask: “What problem was this solving?”</a:t>
            </a:r>
            <a:endParaRPr b="0" lang="en-IN" sz="1900" spc="-1" strike="noStrike">
              <a:solidFill>
                <a:srgbClr val="000000"/>
              </a:solidFill>
              <a:latin typeface="Arial"/>
            </a:endParaRPr>
          </a:p>
          <a:p>
            <a:pPr marL="914400" indent="-331200">
              <a:lnSpc>
                <a:spcPct val="115000"/>
              </a:lnSpc>
              <a:buClr>
                <a:srgbClr val="000000"/>
              </a:buClr>
              <a:buFont typeface="Arial"/>
              <a:buChar char="●"/>
              <a:tabLst>
                <a:tab algn="l" pos="0"/>
              </a:tabLst>
            </a:pPr>
            <a:r>
              <a:rPr b="0" lang="en" sz="1900" spc="-1" strike="noStrike">
                <a:solidFill>
                  <a:srgbClr val="000000"/>
                </a:solidFill>
                <a:latin typeface="Arial"/>
                <a:ea typeface="Arial"/>
              </a:rPr>
              <a:t>Apply </a:t>
            </a:r>
            <a:r>
              <a:rPr b="1" lang="en" sz="1900" spc="-1" strike="noStrike">
                <a:solidFill>
                  <a:srgbClr val="000000"/>
                </a:solidFill>
                <a:latin typeface="Arial"/>
                <a:ea typeface="Arial"/>
              </a:rPr>
              <a:t>Chesterton’s Fence</a:t>
            </a:r>
            <a:r>
              <a:rPr b="0" lang="en" sz="1900" spc="-1" strike="noStrike">
                <a:solidFill>
                  <a:srgbClr val="000000"/>
                </a:solidFill>
                <a:latin typeface="Arial"/>
                <a:ea typeface="Arial"/>
              </a:rPr>
              <a:t>: don’t remove things you don’t yet understand.</a:t>
            </a:r>
            <a:endParaRPr b="0" lang="en-IN" sz="1900" spc="-1" strike="noStrike">
              <a:solidFill>
                <a:srgbClr val="000000"/>
              </a:solidFill>
              <a:latin typeface="Arial"/>
            </a:endParaRPr>
          </a:p>
          <a:p>
            <a:pPr marL="914400" indent="-331200">
              <a:lnSpc>
                <a:spcPct val="115000"/>
              </a:lnSpc>
              <a:buClr>
                <a:srgbClr val="000000"/>
              </a:buClr>
              <a:buFont typeface="Arial"/>
              <a:buChar char="●"/>
              <a:tabLst>
                <a:tab algn="l" pos="0"/>
              </a:tabLst>
            </a:pPr>
            <a:r>
              <a:rPr b="0" lang="en" sz="1900" spc="-1" strike="noStrike">
                <a:solidFill>
                  <a:srgbClr val="000000"/>
                </a:solidFill>
                <a:latin typeface="Arial"/>
                <a:ea typeface="Arial"/>
              </a:rPr>
              <a:t>Evaluate changes </a:t>
            </a:r>
            <a:r>
              <a:rPr b="0" i="1" lang="en" sz="1900" spc="-1" strike="noStrike">
                <a:solidFill>
                  <a:srgbClr val="000000"/>
                </a:solidFill>
                <a:latin typeface="Arial"/>
                <a:ea typeface="Arial"/>
              </a:rPr>
              <a:t>after</a:t>
            </a:r>
            <a:r>
              <a:rPr b="0" lang="en" sz="1900" spc="-1" strike="noStrike">
                <a:solidFill>
                  <a:srgbClr val="000000"/>
                </a:solidFill>
                <a:latin typeface="Arial"/>
                <a:ea typeface="Arial"/>
              </a:rPr>
              <a:t> understanding the historical and technical rationale.</a:t>
            </a:r>
            <a:endParaRPr b="0" lang="en-IN" sz="1900" spc="-1" strike="noStrike">
              <a:solidFill>
                <a:srgbClr val="000000"/>
              </a:solidFill>
              <a:latin typeface="Arial"/>
            </a:endParaRPr>
          </a:p>
          <a:p>
            <a:pPr>
              <a:lnSpc>
                <a:spcPct val="115000"/>
              </a:lnSpc>
              <a:spcBef>
                <a:spcPts val="1400"/>
              </a:spcBef>
              <a:buNone/>
              <a:tabLst>
                <a:tab algn="l" pos="0"/>
              </a:tabLst>
            </a:pPr>
            <a:r>
              <a:rPr b="1" lang="en" sz="2100" spc="-1" strike="noStrike">
                <a:solidFill>
                  <a:srgbClr val="000000"/>
                </a:solidFill>
                <a:latin typeface="Arial"/>
                <a:ea typeface="Arial"/>
              </a:rPr>
              <a:t>🔹 </a:t>
            </a:r>
            <a:r>
              <a:rPr b="1" lang="en" sz="2100" spc="-1" strike="noStrike">
                <a:solidFill>
                  <a:srgbClr val="0000ff"/>
                </a:solidFill>
                <a:latin typeface="Arial"/>
                <a:ea typeface="Arial"/>
              </a:rPr>
              <a:t>Make Learning Scalable</a:t>
            </a:r>
            <a:endParaRPr b="0" lang="en-IN" sz="2100" spc="-1" strike="noStrike">
              <a:solidFill>
                <a:srgbClr val="000000"/>
              </a:solidFill>
              <a:latin typeface="Arial"/>
            </a:endParaRPr>
          </a:p>
          <a:p>
            <a:pPr marL="914400" indent="-331200">
              <a:lnSpc>
                <a:spcPct val="115000"/>
              </a:lnSpc>
              <a:spcBef>
                <a:spcPts val="1199"/>
              </a:spcBef>
              <a:buClr>
                <a:srgbClr val="000000"/>
              </a:buClr>
              <a:buFont typeface="Arial"/>
              <a:buChar char="●"/>
              <a:tabLst>
                <a:tab algn="l" pos="0"/>
              </a:tabLst>
            </a:pPr>
            <a:r>
              <a:rPr b="0" lang="en" sz="1900" spc="-1" strike="noStrike">
                <a:solidFill>
                  <a:srgbClr val="000000"/>
                </a:solidFill>
                <a:latin typeface="Arial"/>
                <a:ea typeface="Arial"/>
              </a:rPr>
              <a:t>Document context and rationale behind decisions, not just the decisions.</a:t>
            </a:r>
            <a:endParaRPr b="0" lang="en-IN" sz="1900" spc="-1" strike="noStrike">
              <a:solidFill>
                <a:srgbClr val="000000"/>
              </a:solidFill>
              <a:latin typeface="Arial"/>
            </a:endParaRPr>
          </a:p>
          <a:p>
            <a:pPr marL="914400" indent="-331200">
              <a:lnSpc>
                <a:spcPct val="115000"/>
              </a:lnSpc>
              <a:buClr>
                <a:srgbClr val="000000"/>
              </a:buClr>
              <a:buFont typeface="Arial"/>
              <a:buChar char="●"/>
              <a:tabLst>
                <a:tab algn="l" pos="0"/>
              </a:tabLst>
            </a:pPr>
            <a:r>
              <a:rPr b="0" lang="en" sz="1900" spc="-1" strike="noStrike">
                <a:solidFill>
                  <a:srgbClr val="000000"/>
                </a:solidFill>
                <a:latin typeface="Arial"/>
                <a:ea typeface="Arial"/>
              </a:rPr>
              <a:t>Context-aware engineers contribute more effectively to long-term design and stability.</a:t>
            </a:r>
            <a:endParaRPr b="0" lang="en-IN" sz="1900" spc="-1" strike="noStrike">
              <a:solidFill>
                <a:srgbClr val="000000"/>
              </a:solidFill>
              <a:latin typeface="Arial"/>
            </a:endParaRPr>
          </a:p>
          <a:p>
            <a:pPr>
              <a:lnSpc>
                <a:spcPct val="115000"/>
              </a:lnSpc>
              <a:spcBef>
                <a:spcPts val="1199"/>
              </a:spcBef>
              <a:spcAft>
                <a:spcPts val="1199"/>
              </a:spcAft>
              <a:buNone/>
              <a:tabLst>
                <a:tab algn="l" pos="0"/>
              </a:tabLst>
            </a:pP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311760" y="444960"/>
            <a:ext cx="8520120" cy="572400"/>
          </a:xfrm>
          <a:prstGeom prst="rect">
            <a:avLst/>
          </a:prstGeom>
          <a:noFill/>
          <a:ln w="0">
            <a:noFill/>
          </a:ln>
        </p:spPr>
        <p:txBody>
          <a:bodyPr tIns="91440" bIns="91440" anchor="t">
            <a:noAutofit/>
          </a:bodyPr>
          <a:p>
            <a:pPr>
              <a:lnSpc>
                <a:spcPct val="100000"/>
              </a:lnSpc>
              <a:buNone/>
              <a:tabLst>
                <a:tab algn="l" pos="0"/>
              </a:tabLst>
            </a:pPr>
            <a:r>
              <a:rPr b="1" lang="en" sz="2620" spc="-1" strike="noStrike">
                <a:solidFill>
                  <a:srgbClr val="000000"/>
                </a:solidFill>
                <a:latin typeface="Arial"/>
                <a:ea typeface="Arial"/>
              </a:rPr>
              <a:t>Scaling Your Questions – Ask the Community</a:t>
            </a:r>
            <a:endParaRPr b="0" lang="en-IN" sz="2620" spc="-1" strike="noStrike">
              <a:solidFill>
                <a:srgbClr val="000000"/>
              </a:solidFill>
              <a:latin typeface="Arial"/>
            </a:endParaRPr>
          </a:p>
        </p:txBody>
      </p:sp>
      <p:sp>
        <p:nvSpPr>
          <p:cNvPr id="105" name="PlaceHolder 2"/>
          <p:cNvSpPr>
            <a:spLocks noGrp="1"/>
          </p:cNvSpPr>
          <p:nvPr>
            <p:ph/>
          </p:nvPr>
        </p:nvSpPr>
        <p:spPr>
          <a:xfrm>
            <a:off x="311760" y="1152360"/>
            <a:ext cx="8520120" cy="3831840"/>
          </a:xfrm>
          <a:prstGeom prst="rect">
            <a:avLst/>
          </a:prstGeom>
          <a:noFill/>
          <a:ln w="0">
            <a:noFill/>
          </a:ln>
        </p:spPr>
        <p:txBody>
          <a:bodyPr tIns="91440" bIns="91440" anchor="t">
            <a:normAutofit/>
          </a:bodyPr>
          <a:p>
            <a:pPr marL="457200" indent="-368280">
              <a:lnSpc>
                <a:spcPct val="115000"/>
              </a:lnSpc>
              <a:buClr>
                <a:srgbClr val="000000"/>
              </a:buClr>
              <a:buFont typeface="Arial"/>
              <a:buChar char="●"/>
            </a:pPr>
            <a:r>
              <a:rPr b="0" lang="en" sz="2200" spc="-1" strike="noStrike">
                <a:solidFill>
                  <a:srgbClr val="000000"/>
                </a:solidFill>
                <a:latin typeface="Arial"/>
                <a:ea typeface="Arial"/>
              </a:rPr>
              <a:t>Write down what you learn - for your future self and others.</a:t>
            </a:r>
            <a:endParaRPr b="0" lang="en-IN" sz="2200" spc="-1" strike="noStrike">
              <a:solidFill>
                <a:srgbClr val="000000"/>
              </a:solidFill>
              <a:latin typeface="Arial"/>
            </a:endParaRPr>
          </a:p>
          <a:p>
            <a:pPr marL="457200" indent="-368280">
              <a:lnSpc>
                <a:spcPct val="115000"/>
              </a:lnSpc>
              <a:buClr>
                <a:srgbClr val="000000"/>
              </a:buClr>
              <a:buFont typeface="Arial"/>
              <a:buChar char="●"/>
            </a:pPr>
            <a:r>
              <a:rPr b="0" lang="en" sz="2200" spc="-1" strike="noStrike">
                <a:solidFill>
                  <a:srgbClr val="000000"/>
                </a:solidFill>
                <a:latin typeface="Arial"/>
                <a:ea typeface="Arial"/>
              </a:rPr>
              <a:t>Seek help from the </a:t>
            </a:r>
            <a:r>
              <a:rPr b="1" lang="en" sz="2200" spc="-1" strike="noStrike">
                <a:solidFill>
                  <a:srgbClr val="000000"/>
                </a:solidFill>
                <a:latin typeface="Arial"/>
                <a:ea typeface="Arial"/>
              </a:rPr>
              <a:t>community</a:t>
            </a:r>
            <a:r>
              <a:rPr b="0" lang="en" sz="2200" spc="-1" strike="noStrike">
                <a:solidFill>
                  <a:srgbClr val="000000"/>
                </a:solidFill>
                <a:latin typeface="Arial"/>
                <a:ea typeface="Arial"/>
              </a:rPr>
              <a:t>, not just individuals.</a:t>
            </a:r>
            <a:endParaRPr b="0" lang="en-IN" sz="2200" spc="-1" strike="noStrike">
              <a:solidFill>
                <a:srgbClr val="000000"/>
              </a:solidFill>
              <a:latin typeface="Arial"/>
            </a:endParaRPr>
          </a:p>
          <a:p>
            <a:pPr marL="457200" indent="-368280">
              <a:lnSpc>
                <a:spcPct val="115000"/>
              </a:lnSpc>
              <a:buClr>
                <a:srgbClr val="000000"/>
              </a:buClr>
              <a:buFont typeface="Arial"/>
              <a:buChar char="●"/>
            </a:pPr>
            <a:r>
              <a:rPr b="0" lang="en" sz="2200" spc="-1" strike="noStrike">
                <a:solidFill>
                  <a:srgbClr val="000000"/>
                </a:solidFill>
                <a:latin typeface="Arial"/>
                <a:ea typeface="Arial"/>
              </a:rPr>
              <a:t>Sharing knowledge makes it accessible to a broader audience.</a:t>
            </a:r>
            <a:endParaRPr b="0" lang="en-IN" sz="2200" spc="-1" strike="noStrike">
              <a:solidFill>
                <a:srgbClr val="000000"/>
              </a:solidFill>
              <a:latin typeface="Arial"/>
            </a:endParaRPr>
          </a:p>
          <a:p>
            <a:pPr marL="457200" indent="-368280">
              <a:lnSpc>
                <a:spcPct val="115000"/>
              </a:lnSpc>
              <a:buClr>
                <a:srgbClr val="000000"/>
              </a:buClr>
              <a:buFont typeface="Arial"/>
              <a:buChar char="●"/>
            </a:pPr>
            <a:r>
              <a:rPr b="0" lang="en" sz="2200" spc="-1" strike="noStrike">
                <a:solidFill>
                  <a:srgbClr val="000000"/>
                </a:solidFill>
                <a:latin typeface="Arial"/>
                <a:ea typeface="Arial"/>
              </a:rPr>
              <a:t>Community-Based Learning Tools</a:t>
            </a:r>
            <a:endParaRPr b="0" lang="en-IN" sz="2200" spc="-1" strike="noStrike">
              <a:solidFill>
                <a:srgbClr val="000000"/>
              </a:solidFill>
              <a:latin typeface="Arial"/>
            </a:endParaRPr>
          </a:p>
          <a:p>
            <a:pPr lvl="1" marL="914400" indent="-368280">
              <a:lnSpc>
                <a:spcPct val="115000"/>
              </a:lnSpc>
              <a:buClr>
                <a:srgbClr val="000000"/>
              </a:buClr>
              <a:buFont typeface="Arial"/>
              <a:buChar char="○"/>
            </a:pPr>
            <a:r>
              <a:rPr b="1" lang="en" sz="2200" spc="-1" strike="noStrike">
                <a:solidFill>
                  <a:srgbClr val="000000"/>
                </a:solidFill>
                <a:latin typeface="Arial"/>
                <a:ea typeface="Arial"/>
              </a:rPr>
              <a:t>Group Chats</a:t>
            </a:r>
            <a:endParaRPr b="0" lang="en-IN" sz="2200" spc="-1" strike="noStrike">
              <a:solidFill>
                <a:srgbClr val="000000"/>
              </a:solidFill>
              <a:latin typeface="Arial"/>
            </a:endParaRPr>
          </a:p>
          <a:p>
            <a:pPr lvl="1" marL="914400" indent="-368280">
              <a:lnSpc>
                <a:spcPct val="115000"/>
              </a:lnSpc>
              <a:buClr>
                <a:srgbClr val="000000"/>
              </a:buClr>
              <a:buFont typeface="Arial"/>
              <a:buChar char="○"/>
            </a:pPr>
            <a:r>
              <a:rPr b="1" lang="en" sz="2200" spc="-1" strike="noStrike">
                <a:solidFill>
                  <a:srgbClr val="000000"/>
                </a:solidFill>
                <a:latin typeface="Arial"/>
                <a:ea typeface="Arial"/>
              </a:rPr>
              <a:t>Mailing Lists</a:t>
            </a:r>
            <a:endParaRPr b="0" lang="en-IN" sz="2200" spc="-1" strike="noStrike">
              <a:solidFill>
                <a:srgbClr val="000000"/>
              </a:solidFill>
              <a:latin typeface="Arial"/>
            </a:endParaRPr>
          </a:p>
          <a:p>
            <a:pPr lvl="1" marL="914400" indent="-368280">
              <a:lnSpc>
                <a:spcPct val="115000"/>
              </a:lnSpc>
              <a:buClr>
                <a:srgbClr val="000000"/>
              </a:buClr>
              <a:buFont typeface="Arial"/>
              <a:buChar char="○"/>
            </a:pPr>
            <a:r>
              <a:rPr b="1" lang="en" sz="2200" spc="-1" strike="noStrike">
                <a:solidFill>
                  <a:srgbClr val="000000"/>
                </a:solidFill>
                <a:latin typeface="Arial"/>
                <a:ea typeface="Arial"/>
              </a:rPr>
              <a:t>YAQS (Internal Q&amp;A Platform)</a:t>
            </a:r>
            <a:endParaRPr b="0" lang="en-IN" sz="2200" spc="-1" strike="noStrike">
              <a:solidFill>
                <a:srgbClr val="000000"/>
              </a:solidFill>
              <a:latin typeface="Arial"/>
            </a:endParaRPr>
          </a:p>
          <a:p>
            <a:pPr>
              <a:lnSpc>
                <a:spcPct val="115000"/>
              </a:lnSpc>
              <a:spcBef>
                <a:spcPts val="1199"/>
              </a:spcBef>
              <a:spcAft>
                <a:spcPts val="1199"/>
              </a:spcAft>
              <a:buNone/>
              <a:tabLst>
                <a:tab algn="l" pos="0"/>
              </a:tabLst>
            </a:pP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311760" y="444960"/>
            <a:ext cx="8520120" cy="572400"/>
          </a:xfrm>
          <a:prstGeom prst="rect">
            <a:avLst/>
          </a:prstGeom>
          <a:noFill/>
          <a:ln w="0">
            <a:noFill/>
          </a:ln>
        </p:spPr>
        <p:txBody>
          <a:bodyPr tIns="91440" bIns="91440" anchor="t">
            <a:normAutofit fontScale="91000"/>
          </a:bodyPr>
          <a:p>
            <a:pPr>
              <a:lnSpc>
                <a:spcPct val="100000"/>
              </a:lnSpc>
              <a:buNone/>
              <a:tabLst>
                <a:tab algn="l" pos="0"/>
              </a:tabLst>
            </a:pPr>
            <a:r>
              <a:rPr b="1" lang="en" sz="2800" spc="-1" strike="noStrike">
                <a:solidFill>
                  <a:srgbClr val="000000"/>
                </a:solidFill>
                <a:latin typeface="Arial"/>
                <a:ea typeface="Arial"/>
              </a:rPr>
              <a:t>What is Documentation?</a:t>
            </a:r>
            <a:endParaRPr b="0" lang="en-IN" sz="2800" spc="-1" strike="noStrike">
              <a:solidFill>
                <a:srgbClr val="000000"/>
              </a:solidFill>
              <a:latin typeface="Arial"/>
            </a:endParaRPr>
          </a:p>
        </p:txBody>
      </p:sp>
      <p:sp>
        <p:nvSpPr>
          <p:cNvPr id="107" name="PlaceHolder 2"/>
          <p:cNvSpPr>
            <a:spLocks noGrp="1"/>
          </p:cNvSpPr>
          <p:nvPr>
            <p:ph/>
          </p:nvPr>
        </p:nvSpPr>
        <p:spPr>
          <a:xfrm>
            <a:off x="311760" y="1200600"/>
            <a:ext cx="8520120" cy="3942720"/>
          </a:xfrm>
          <a:prstGeom prst="rect">
            <a:avLst/>
          </a:prstGeom>
          <a:noFill/>
          <a:ln w="0">
            <a:noFill/>
          </a:ln>
        </p:spPr>
        <p:txBody>
          <a:bodyPr tIns="91440" bIns="91440" anchor="t">
            <a:normAutofit fontScale="64000"/>
          </a:bodyPr>
          <a:p>
            <a:pPr marL="457200" indent="-348120">
              <a:lnSpc>
                <a:spcPct val="115000"/>
              </a:lnSpc>
              <a:buClr>
                <a:srgbClr val="000000"/>
              </a:buClr>
              <a:buFont typeface="Arial"/>
              <a:buChar char="●"/>
            </a:pPr>
            <a:r>
              <a:rPr b="0" lang="en" sz="3010" spc="-1" strike="noStrike">
                <a:solidFill>
                  <a:srgbClr val="000000"/>
                </a:solidFill>
                <a:latin typeface="Arial"/>
                <a:ea typeface="Arial"/>
              </a:rPr>
              <a:t>Written knowledge aimed at helping readers learn.</a:t>
            </a:r>
            <a:endParaRPr b="0" lang="en-IN" sz="3010" spc="-1" strike="noStrike">
              <a:solidFill>
                <a:srgbClr val="000000"/>
              </a:solidFill>
              <a:latin typeface="Arial"/>
            </a:endParaRPr>
          </a:p>
          <a:p>
            <a:pPr marL="457200" indent="-348120">
              <a:lnSpc>
                <a:spcPct val="115000"/>
              </a:lnSpc>
              <a:buClr>
                <a:srgbClr val="000000"/>
              </a:buClr>
              <a:buFont typeface="Arial"/>
              <a:buChar char="●"/>
            </a:pPr>
            <a:r>
              <a:rPr b="0" lang="en" sz="3010" spc="-1" strike="noStrike">
                <a:solidFill>
                  <a:srgbClr val="000000"/>
                </a:solidFill>
                <a:latin typeface="Arial"/>
                <a:ea typeface="Arial"/>
              </a:rPr>
              <a:t>Not all written content qualifie - e.g., mailing list threads may not count.</a:t>
            </a:r>
            <a:endParaRPr b="0" lang="en-IN" sz="3010" spc="-1" strike="noStrike">
              <a:solidFill>
                <a:srgbClr val="000000"/>
              </a:solidFill>
              <a:latin typeface="Arial"/>
            </a:endParaRPr>
          </a:p>
          <a:p>
            <a:pPr marL="457200" indent="-348120">
              <a:lnSpc>
                <a:spcPct val="115000"/>
              </a:lnSpc>
              <a:buClr>
                <a:srgbClr val="000000"/>
              </a:buClr>
              <a:buFont typeface="Arial"/>
              <a:buChar char="●"/>
            </a:pPr>
            <a:r>
              <a:rPr b="0" lang="en" sz="3010" spc="-1" strike="noStrike">
                <a:solidFill>
                  <a:srgbClr val="000000"/>
                </a:solidFill>
                <a:latin typeface="Arial"/>
                <a:ea typeface="Arial"/>
              </a:rPr>
              <a:t>Focus: contributing to and creating </a:t>
            </a:r>
            <a:r>
              <a:rPr b="1" lang="en" sz="3010" spc="-1" strike="noStrike">
                <a:solidFill>
                  <a:srgbClr val="000000"/>
                </a:solidFill>
                <a:latin typeface="Arial"/>
                <a:ea typeface="Arial"/>
              </a:rPr>
              <a:t>formal documentation</a:t>
            </a:r>
            <a:r>
              <a:rPr b="0" lang="en" sz="3010" spc="-1" strike="noStrike">
                <a:solidFill>
                  <a:srgbClr val="000000"/>
                </a:solidFill>
                <a:latin typeface="Arial"/>
                <a:ea typeface="Arial"/>
              </a:rPr>
              <a:t>.</a:t>
            </a:r>
            <a:endParaRPr b="0" lang="en-IN" sz="3010" spc="-1" strike="noStrike">
              <a:solidFill>
                <a:srgbClr val="000000"/>
              </a:solidFill>
              <a:latin typeface="Arial"/>
            </a:endParaRPr>
          </a:p>
          <a:p>
            <a:pPr marL="457200" indent="-348120">
              <a:lnSpc>
                <a:spcPct val="115000"/>
              </a:lnSpc>
              <a:buClr>
                <a:srgbClr val="000000"/>
              </a:buClr>
              <a:buFont typeface="Arial"/>
              <a:buChar char="●"/>
            </a:pPr>
            <a:r>
              <a:rPr b="0" lang="en" sz="3010" spc="-1" strike="noStrike">
                <a:solidFill>
                  <a:srgbClr val="000000"/>
                </a:solidFill>
                <a:latin typeface="Arial"/>
                <a:ea typeface="Arial"/>
              </a:rPr>
              <a:t>Ranges from fixing typos to documenting complex tribal knowledge.</a:t>
            </a:r>
            <a:endParaRPr b="0" lang="en-IN" sz="3010" spc="-1" strike="noStrike">
              <a:solidFill>
                <a:srgbClr val="000000"/>
              </a:solidFill>
              <a:latin typeface="Arial"/>
            </a:endParaRPr>
          </a:p>
          <a:p>
            <a:pPr>
              <a:lnSpc>
                <a:spcPct val="115000"/>
              </a:lnSpc>
              <a:spcBef>
                <a:spcPts val="1199"/>
              </a:spcBef>
              <a:buNone/>
              <a:tabLst>
                <a:tab algn="l" pos="0"/>
              </a:tabLst>
            </a:pPr>
            <a:r>
              <a:rPr b="1" lang="en" sz="2690" spc="-1" strike="noStrike">
                <a:solidFill>
                  <a:srgbClr val="0000ff"/>
                </a:solidFill>
                <a:latin typeface="Arial"/>
                <a:ea typeface="Arial"/>
              </a:rPr>
              <a:t>Creating Documentation:</a:t>
            </a:r>
            <a:endParaRPr b="0" lang="en-IN" sz="2690" spc="-1" strike="noStrike">
              <a:solidFill>
                <a:srgbClr val="000000"/>
              </a:solidFill>
              <a:latin typeface="Arial"/>
            </a:endParaRPr>
          </a:p>
          <a:p>
            <a:pPr lvl="1" marL="914400" indent="-376200">
              <a:lnSpc>
                <a:spcPct val="115000"/>
              </a:lnSpc>
              <a:spcBef>
                <a:spcPts val="1199"/>
              </a:spcBef>
              <a:buClr>
                <a:srgbClr val="000000"/>
              </a:buClr>
              <a:buSzPct val="119000"/>
              <a:buFont typeface="Arial"/>
              <a:buChar char="○"/>
              <a:tabLst>
                <a:tab algn="l" pos="0"/>
              </a:tabLst>
            </a:pPr>
            <a:r>
              <a:rPr b="0" lang="en" sz="3120" spc="-1" strike="noStrike">
                <a:solidFill>
                  <a:srgbClr val="000000"/>
                </a:solidFill>
                <a:latin typeface="Arial"/>
                <a:ea typeface="Arial"/>
              </a:rPr>
              <a:t>As expertise grows, document new workflows or processes.</a:t>
            </a:r>
            <a:endParaRPr b="0" lang="en-IN" sz="3120" spc="-1" strike="noStrike">
              <a:solidFill>
                <a:srgbClr val="000000"/>
              </a:solidFill>
              <a:latin typeface="Arial"/>
            </a:endParaRPr>
          </a:p>
          <a:p>
            <a:pPr lvl="1" marL="914400" indent="-376200">
              <a:lnSpc>
                <a:spcPct val="115000"/>
              </a:lnSpc>
              <a:buClr>
                <a:srgbClr val="000000"/>
              </a:buClr>
              <a:buSzPct val="119000"/>
              <a:buFont typeface="Arial"/>
              <a:buChar char="○"/>
              <a:tabLst>
                <a:tab algn="l" pos="0"/>
              </a:tabLst>
            </a:pPr>
            <a:r>
              <a:rPr b="0" lang="en" sz="3120" spc="-1" strike="noStrike">
                <a:solidFill>
                  <a:srgbClr val="000000"/>
                </a:solidFill>
                <a:latin typeface="Arial"/>
                <a:ea typeface="Arial"/>
              </a:rPr>
              <a:t>Share your learning with others through well-written guides.</a:t>
            </a:r>
            <a:endParaRPr b="0" lang="en-IN" sz="3120" spc="-1" strike="noStrike">
              <a:solidFill>
                <a:srgbClr val="000000"/>
              </a:solidFill>
              <a:latin typeface="Arial"/>
            </a:endParaRPr>
          </a:p>
          <a:p>
            <a:pPr lvl="1" marL="914400" indent="-376200">
              <a:lnSpc>
                <a:spcPct val="115000"/>
              </a:lnSpc>
              <a:buClr>
                <a:srgbClr val="000000"/>
              </a:buClr>
              <a:buSzPct val="119000"/>
              <a:buFont typeface="Arial"/>
              <a:buChar char="○"/>
              <a:tabLst>
                <a:tab algn="l" pos="0"/>
              </a:tabLst>
            </a:pPr>
            <a:r>
              <a:rPr b="0" lang="en" sz="3120" spc="-1" strike="noStrike">
                <a:solidFill>
                  <a:srgbClr val="000000"/>
                </a:solidFill>
                <a:latin typeface="Arial"/>
                <a:ea typeface="Arial"/>
              </a:rPr>
              <a:t>Make docs </a:t>
            </a:r>
            <a:r>
              <a:rPr b="1" lang="en" sz="3120" spc="-1" strike="noStrike">
                <a:solidFill>
                  <a:srgbClr val="000000"/>
                </a:solidFill>
                <a:latin typeface="Arial"/>
                <a:ea typeface="Arial"/>
              </a:rPr>
              <a:t>discoverable</a:t>
            </a:r>
            <a:r>
              <a:rPr b="0" lang="en" sz="3120" spc="-1" strike="noStrike">
                <a:solidFill>
                  <a:srgbClr val="000000"/>
                </a:solidFill>
                <a:latin typeface="Arial"/>
                <a:ea typeface="Arial"/>
              </a:rPr>
              <a:t> - unsearchable docs are ineffective.</a:t>
            </a:r>
            <a:endParaRPr b="0" lang="en-IN" sz="3120" spc="-1" strike="noStrike">
              <a:solidFill>
                <a:srgbClr val="000000"/>
              </a:solidFill>
              <a:latin typeface="Arial"/>
            </a:endParaRPr>
          </a:p>
          <a:p>
            <a:pPr lvl="1" marL="914400" indent="-376200">
              <a:lnSpc>
                <a:spcPct val="115000"/>
              </a:lnSpc>
              <a:buClr>
                <a:srgbClr val="000000"/>
              </a:buClr>
              <a:buSzPct val="119000"/>
              <a:buFont typeface="Arial"/>
              <a:buChar char="○"/>
              <a:tabLst>
                <a:tab algn="l" pos="0"/>
              </a:tabLst>
            </a:pPr>
            <a:r>
              <a:rPr b="0" lang="en" sz="3120" spc="-1" strike="noStrike">
                <a:solidFill>
                  <a:srgbClr val="000000"/>
                </a:solidFill>
                <a:latin typeface="Arial"/>
                <a:ea typeface="Arial"/>
              </a:rPr>
              <a:t>g3doc: documentation lives beside source code, improving visibility.</a:t>
            </a:r>
            <a:endParaRPr b="0" lang="en-IN" sz="3120" spc="-1" strike="noStrike">
              <a:solidFill>
                <a:srgbClr val="000000"/>
              </a:solidFill>
              <a:latin typeface="Arial"/>
            </a:endParaRPr>
          </a:p>
          <a:p>
            <a:pPr marL="914400">
              <a:lnSpc>
                <a:spcPct val="115000"/>
              </a:lnSpc>
              <a:spcBef>
                <a:spcPts val="1199"/>
              </a:spcBef>
              <a:buNone/>
              <a:tabLst>
                <a:tab algn="l" pos="0"/>
              </a:tabLst>
            </a:pPr>
            <a:endParaRPr b="0" lang="en-IN" sz="1700" spc="-1" strike="noStrike">
              <a:solidFill>
                <a:srgbClr val="000000"/>
              </a:solidFill>
              <a:latin typeface="Arial"/>
            </a:endParaRPr>
          </a:p>
          <a:p>
            <a:pPr>
              <a:lnSpc>
                <a:spcPct val="115000"/>
              </a:lnSpc>
              <a:spcBef>
                <a:spcPts val="1199"/>
              </a:spcBef>
              <a:spcAft>
                <a:spcPts val="1199"/>
              </a:spcAft>
              <a:buNone/>
              <a:tabLst>
                <a:tab algn="l" pos="0"/>
              </a:tabLst>
            </a:pP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311760" y="444960"/>
            <a:ext cx="8520120" cy="572400"/>
          </a:xfrm>
          <a:prstGeom prst="rect">
            <a:avLst/>
          </a:prstGeom>
          <a:noFill/>
          <a:ln w="0">
            <a:noFill/>
          </a:ln>
        </p:spPr>
        <p:txBody>
          <a:bodyPr tIns="91440" bIns="91440" anchor="t">
            <a:normAutofit fontScale="91000"/>
          </a:bodyPr>
          <a:p>
            <a:pPr>
              <a:lnSpc>
                <a:spcPct val="100000"/>
              </a:lnSpc>
              <a:buNone/>
              <a:tabLst>
                <a:tab algn="l" pos="0"/>
              </a:tabLst>
            </a:pPr>
            <a:r>
              <a:rPr b="1" lang="en" sz="2800" spc="-1" strike="noStrike">
                <a:solidFill>
                  <a:srgbClr val="000000"/>
                </a:solidFill>
                <a:latin typeface="Arial"/>
                <a:ea typeface="Arial"/>
              </a:rPr>
              <a:t>Documentation (cont…)</a:t>
            </a:r>
            <a:endParaRPr b="0" lang="en-IN" sz="2800" spc="-1" strike="noStrike">
              <a:solidFill>
                <a:srgbClr val="000000"/>
              </a:solidFill>
              <a:latin typeface="Arial"/>
            </a:endParaRPr>
          </a:p>
        </p:txBody>
      </p:sp>
      <p:sp>
        <p:nvSpPr>
          <p:cNvPr id="109" name="PlaceHolder 2"/>
          <p:cNvSpPr>
            <a:spLocks noGrp="1"/>
          </p:cNvSpPr>
          <p:nvPr>
            <p:ph/>
          </p:nvPr>
        </p:nvSpPr>
        <p:spPr>
          <a:xfrm>
            <a:off x="311760" y="1152360"/>
            <a:ext cx="8520120" cy="3853800"/>
          </a:xfrm>
          <a:prstGeom prst="rect">
            <a:avLst/>
          </a:prstGeom>
          <a:noFill/>
          <a:ln w="0">
            <a:noFill/>
          </a:ln>
        </p:spPr>
        <p:txBody>
          <a:bodyPr tIns="91440" bIns="91440" anchor="t">
            <a:noAutofit/>
          </a:bodyPr>
          <a:p>
            <a:pPr>
              <a:lnSpc>
                <a:spcPct val="105000"/>
              </a:lnSpc>
              <a:spcBef>
                <a:spcPts val="1400"/>
              </a:spcBef>
              <a:buNone/>
              <a:tabLst>
                <a:tab algn="l" pos="0"/>
              </a:tabLst>
            </a:pPr>
            <a:r>
              <a:rPr b="1" lang="en" sz="1700" spc="-1" strike="noStrike">
                <a:solidFill>
                  <a:srgbClr val="0000ff"/>
                </a:solidFill>
                <a:latin typeface="Arial"/>
                <a:ea typeface="Arial"/>
              </a:rPr>
              <a:t>Updating Documentation:</a:t>
            </a:r>
            <a:endParaRPr b="0" lang="en-IN" sz="1700" spc="-1" strike="noStrike">
              <a:solidFill>
                <a:srgbClr val="000000"/>
              </a:solidFill>
              <a:latin typeface="Arial"/>
            </a:endParaRPr>
          </a:p>
          <a:p>
            <a:pPr marL="457200" indent="-324000">
              <a:lnSpc>
                <a:spcPct val="105000"/>
              </a:lnSpc>
              <a:spcBef>
                <a:spcPts val="1199"/>
              </a:spcBef>
              <a:buClr>
                <a:srgbClr val="000000"/>
              </a:buClr>
              <a:buFont typeface="Arial"/>
              <a:buChar char="●"/>
              <a:tabLst>
                <a:tab algn="l" pos="0"/>
              </a:tabLst>
            </a:pPr>
            <a:r>
              <a:rPr b="1" lang="en" sz="1500" spc="-1" strike="noStrike">
                <a:solidFill>
                  <a:srgbClr val="000000"/>
                </a:solidFill>
                <a:latin typeface="Arial"/>
                <a:ea typeface="Arial"/>
              </a:rPr>
              <a:t>Best time to improve docs:</a:t>
            </a:r>
            <a:r>
              <a:rPr b="0" lang="en" sz="1500" spc="-1" strike="noStrike">
                <a:solidFill>
                  <a:srgbClr val="000000"/>
                </a:solidFill>
                <a:latin typeface="Arial"/>
                <a:ea typeface="Arial"/>
              </a:rPr>
              <a:t> when learning something new.</a:t>
            </a:r>
            <a:endParaRPr b="0" lang="en-IN" sz="1500" spc="-1" strike="noStrike">
              <a:solidFill>
                <a:srgbClr val="000000"/>
              </a:solidFill>
              <a:latin typeface="Arial"/>
            </a:endParaRPr>
          </a:p>
          <a:p>
            <a:pPr marL="457200" indent="-324000">
              <a:lnSpc>
                <a:spcPct val="105000"/>
              </a:lnSpc>
              <a:buClr>
                <a:srgbClr val="000000"/>
              </a:buClr>
              <a:buFont typeface="Arial"/>
              <a:buChar char="●"/>
              <a:tabLst>
                <a:tab algn="l" pos="0"/>
              </a:tabLst>
            </a:pPr>
            <a:r>
              <a:rPr b="0" lang="en" sz="1500" spc="-1" strike="noStrike">
                <a:solidFill>
                  <a:srgbClr val="000000"/>
                </a:solidFill>
                <a:latin typeface="Arial"/>
                <a:ea typeface="Arial"/>
              </a:rPr>
              <a:t>Fix mistakes or missing steps you encounter.</a:t>
            </a:r>
            <a:endParaRPr b="0" lang="en-IN" sz="1500" spc="-1" strike="noStrike">
              <a:solidFill>
                <a:srgbClr val="000000"/>
              </a:solidFill>
              <a:latin typeface="Arial"/>
            </a:endParaRPr>
          </a:p>
          <a:p>
            <a:pPr marL="457200" indent="-324000">
              <a:lnSpc>
                <a:spcPct val="105000"/>
              </a:lnSpc>
              <a:buClr>
                <a:srgbClr val="000000"/>
              </a:buClr>
              <a:buFont typeface="Arial"/>
              <a:buChar char="●"/>
              <a:tabLst>
                <a:tab algn="l" pos="0"/>
              </a:tabLst>
            </a:pPr>
            <a:r>
              <a:rPr b="0" lang="en" sz="1500" spc="-1" strike="noStrike">
                <a:solidFill>
                  <a:srgbClr val="000000"/>
                </a:solidFill>
                <a:latin typeface="Arial"/>
                <a:ea typeface="Arial"/>
              </a:rPr>
              <a:t>Empowered culture: update docs even if owned by another team.</a:t>
            </a:r>
            <a:endParaRPr b="0" lang="en-IN" sz="1500" spc="-1" strike="noStrike">
              <a:solidFill>
                <a:srgbClr val="000000"/>
              </a:solidFill>
              <a:latin typeface="Arial"/>
            </a:endParaRPr>
          </a:p>
          <a:p>
            <a:pPr marL="457200" indent="-324000">
              <a:lnSpc>
                <a:spcPct val="105000"/>
              </a:lnSpc>
              <a:buClr>
                <a:srgbClr val="000000"/>
              </a:buClr>
              <a:buFont typeface="Arial"/>
              <a:buChar char="●"/>
              <a:tabLst>
                <a:tab algn="l" pos="0"/>
              </a:tabLst>
            </a:pPr>
            <a:r>
              <a:rPr b="0" lang="en" sz="1500" spc="-1" strike="noStrike">
                <a:solidFill>
                  <a:srgbClr val="000000"/>
                </a:solidFill>
                <a:latin typeface="Arial"/>
                <a:ea typeface="Arial"/>
              </a:rPr>
              <a:t>Google uses </a:t>
            </a:r>
            <a:r>
              <a:rPr b="1" lang="en" sz="1500" spc="-1" strike="noStrike">
                <a:solidFill>
                  <a:srgbClr val="000000"/>
                </a:solidFill>
                <a:latin typeface="Arial"/>
                <a:ea typeface="Arial"/>
              </a:rPr>
              <a:t>g3doc</a:t>
            </a:r>
            <a:r>
              <a:rPr b="0" lang="en" sz="1500" spc="-1" strike="noStrike">
                <a:solidFill>
                  <a:srgbClr val="000000"/>
                </a:solidFill>
                <a:latin typeface="Arial"/>
                <a:ea typeface="Arial"/>
              </a:rPr>
              <a:t> to simplify edits and maintain version history.</a:t>
            </a:r>
            <a:endParaRPr b="0" lang="en-IN" sz="1500" spc="-1" strike="noStrike">
              <a:solidFill>
                <a:srgbClr val="000000"/>
              </a:solidFill>
              <a:latin typeface="Arial"/>
            </a:endParaRPr>
          </a:p>
          <a:p>
            <a:pPr>
              <a:lnSpc>
                <a:spcPct val="105000"/>
              </a:lnSpc>
              <a:spcBef>
                <a:spcPts val="1400"/>
              </a:spcBef>
              <a:buNone/>
              <a:tabLst>
                <a:tab algn="l" pos="0"/>
              </a:tabLst>
            </a:pPr>
            <a:r>
              <a:rPr b="1" lang="en" sz="1700" spc="-1" strike="noStrike">
                <a:solidFill>
                  <a:srgbClr val="0000ff"/>
                </a:solidFill>
                <a:latin typeface="Arial"/>
                <a:ea typeface="Arial"/>
              </a:rPr>
              <a:t>Feedback Mechanisms:</a:t>
            </a:r>
            <a:endParaRPr b="0" lang="en-IN" sz="1700" spc="-1" strike="noStrike">
              <a:solidFill>
                <a:srgbClr val="000000"/>
              </a:solidFill>
              <a:latin typeface="Arial"/>
            </a:endParaRPr>
          </a:p>
          <a:p>
            <a:pPr marL="457200" indent="-324000">
              <a:lnSpc>
                <a:spcPct val="105000"/>
              </a:lnSpc>
              <a:spcBef>
                <a:spcPts val="1199"/>
              </a:spcBef>
              <a:buClr>
                <a:srgbClr val="000000"/>
              </a:buClr>
              <a:buFont typeface="Arial"/>
              <a:buChar char="●"/>
              <a:tabLst>
                <a:tab algn="l" pos="0"/>
              </a:tabLst>
            </a:pPr>
            <a:r>
              <a:rPr b="0" lang="en" sz="1500" spc="-1" strike="noStrike">
                <a:solidFill>
                  <a:srgbClr val="000000"/>
                </a:solidFill>
                <a:latin typeface="Arial"/>
                <a:ea typeface="Arial"/>
              </a:rPr>
              <a:t>Important to have a </a:t>
            </a:r>
            <a:r>
              <a:rPr b="1" lang="en" sz="1500" spc="-1" strike="noStrike">
                <a:solidFill>
                  <a:srgbClr val="000000"/>
                </a:solidFill>
                <a:latin typeface="Arial"/>
                <a:ea typeface="Arial"/>
              </a:rPr>
              <a:t>way to report outdated or incorrect docs</a:t>
            </a:r>
            <a:r>
              <a:rPr b="0" lang="en" sz="1500" spc="-1" strike="noStrike">
                <a:solidFill>
                  <a:srgbClr val="000000"/>
                </a:solidFill>
                <a:latin typeface="Arial"/>
                <a:ea typeface="Arial"/>
              </a:rPr>
              <a:t>.</a:t>
            </a:r>
            <a:endParaRPr b="0" lang="en-IN" sz="1500" spc="-1" strike="noStrike">
              <a:solidFill>
                <a:srgbClr val="000000"/>
              </a:solidFill>
              <a:latin typeface="Arial"/>
            </a:endParaRPr>
          </a:p>
          <a:p>
            <a:pPr marL="457200" indent="-324000">
              <a:lnSpc>
                <a:spcPct val="105000"/>
              </a:lnSpc>
              <a:buClr>
                <a:srgbClr val="000000"/>
              </a:buClr>
              <a:buFont typeface="Arial"/>
              <a:buChar char="●"/>
              <a:tabLst>
                <a:tab algn="l" pos="0"/>
              </a:tabLst>
            </a:pPr>
            <a:r>
              <a:rPr b="0" lang="en" sz="1500" spc="-1" strike="noStrike">
                <a:solidFill>
                  <a:srgbClr val="000000"/>
                </a:solidFill>
                <a:latin typeface="Arial"/>
                <a:ea typeface="Arial"/>
              </a:rPr>
              <a:t>Encourage feedback to prevent recurring issues for others.</a:t>
            </a:r>
            <a:endParaRPr b="0" lang="en-IN" sz="1500" spc="-1" strike="noStrike">
              <a:solidFill>
                <a:srgbClr val="000000"/>
              </a:solidFill>
              <a:latin typeface="Arial"/>
            </a:endParaRPr>
          </a:p>
          <a:p>
            <a:pPr marL="457200" indent="-324000">
              <a:lnSpc>
                <a:spcPct val="105000"/>
              </a:lnSpc>
              <a:buClr>
                <a:srgbClr val="000000"/>
              </a:buClr>
              <a:buFont typeface="Arial"/>
              <a:buChar char="●"/>
              <a:tabLst>
                <a:tab algn="l" pos="0"/>
              </a:tabLst>
            </a:pPr>
            <a:r>
              <a:rPr b="0" lang="en" sz="1500" spc="-1" strike="noStrike">
                <a:solidFill>
                  <a:srgbClr val="000000"/>
                </a:solidFill>
                <a:latin typeface="Arial"/>
                <a:ea typeface="Arial"/>
              </a:rPr>
              <a:t>At Google:</a:t>
            </a:r>
            <a:endParaRPr b="0" lang="en-IN" sz="1500" spc="-1" strike="noStrike">
              <a:solidFill>
                <a:srgbClr val="000000"/>
              </a:solidFill>
              <a:latin typeface="Arial"/>
            </a:endParaRPr>
          </a:p>
          <a:p>
            <a:pPr lvl="1" marL="914400" indent="-324000">
              <a:lnSpc>
                <a:spcPct val="105000"/>
              </a:lnSpc>
              <a:buClr>
                <a:srgbClr val="000000"/>
              </a:buClr>
              <a:buFont typeface="Arial"/>
              <a:buChar char="○"/>
              <a:tabLst>
                <a:tab algn="l" pos="0"/>
              </a:tabLst>
            </a:pPr>
            <a:r>
              <a:rPr b="0" lang="en" sz="1500" spc="-1" strike="noStrike">
                <a:solidFill>
                  <a:srgbClr val="000000"/>
                </a:solidFill>
                <a:latin typeface="Arial"/>
                <a:ea typeface="Arial"/>
              </a:rPr>
              <a:t>Users can file documentation bugs directly.</a:t>
            </a:r>
            <a:endParaRPr b="0" lang="en-IN" sz="1500" spc="-1" strike="noStrike">
              <a:solidFill>
                <a:srgbClr val="000000"/>
              </a:solidFill>
              <a:latin typeface="Arial"/>
            </a:endParaRPr>
          </a:p>
          <a:p>
            <a:pPr lvl="1" marL="914400" indent="-324000">
              <a:lnSpc>
                <a:spcPct val="105000"/>
              </a:lnSpc>
              <a:buClr>
                <a:srgbClr val="000000"/>
              </a:buClr>
              <a:buFont typeface="Arial"/>
              <a:buChar char="○"/>
              <a:tabLst>
                <a:tab algn="l" pos="0"/>
              </a:tabLst>
            </a:pPr>
            <a:r>
              <a:rPr b="0" lang="en" sz="1500" spc="-1" strike="noStrike">
                <a:solidFill>
                  <a:srgbClr val="000000"/>
                </a:solidFill>
                <a:latin typeface="Arial"/>
                <a:ea typeface="Arial"/>
              </a:rPr>
              <a:t>Leave comments on g3doc pages.</a:t>
            </a:r>
            <a:endParaRPr b="0" lang="en-IN" sz="1500" spc="-1" strike="noStrike">
              <a:solidFill>
                <a:srgbClr val="000000"/>
              </a:solidFill>
              <a:latin typeface="Arial"/>
            </a:endParaRPr>
          </a:p>
          <a:p>
            <a:pPr lvl="1" marL="914400" indent="-324000">
              <a:lnSpc>
                <a:spcPct val="105000"/>
              </a:lnSpc>
              <a:buClr>
                <a:srgbClr val="000000"/>
              </a:buClr>
              <a:buFont typeface="Arial"/>
              <a:buChar char="○"/>
              <a:tabLst>
                <a:tab algn="l" pos="0"/>
              </a:tabLst>
            </a:pPr>
            <a:r>
              <a:rPr b="0" lang="en" sz="1500" spc="-1" strike="noStrike">
                <a:solidFill>
                  <a:srgbClr val="000000"/>
                </a:solidFill>
                <a:latin typeface="Arial"/>
                <a:ea typeface="Arial"/>
              </a:rPr>
              <a:t>Comments auto-file bugs to the doc owner - no need to find them.</a:t>
            </a:r>
            <a:endParaRPr b="0" lang="en-IN" sz="1500" spc="-1" strike="noStrike">
              <a:solidFill>
                <a:srgbClr val="000000"/>
              </a:solidFill>
              <a:latin typeface="Arial"/>
            </a:endParaRPr>
          </a:p>
          <a:p>
            <a:pPr>
              <a:lnSpc>
                <a:spcPct val="105000"/>
              </a:lnSpc>
              <a:spcBef>
                <a:spcPts val="1199"/>
              </a:spcBef>
              <a:spcAft>
                <a:spcPts val="1199"/>
              </a:spcAft>
              <a:buNone/>
              <a:tabLst>
                <a:tab algn="l" pos="0"/>
              </a:tabLst>
            </a:pPr>
            <a:endParaRPr b="0" lang="en-IN"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311760" y="444960"/>
            <a:ext cx="8520120" cy="572400"/>
          </a:xfrm>
          <a:prstGeom prst="rect">
            <a:avLst/>
          </a:prstGeom>
          <a:noFill/>
          <a:ln w="0">
            <a:noFill/>
          </a:ln>
        </p:spPr>
        <p:txBody>
          <a:bodyPr tIns="91440" bIns="91440" anchor="t">
            <a:normAutofit fontScale="91000"/>
          </a:bodyPr>
          <a:p>
            <a:pPr>
              <a:lnSpc>
                <a:spcPct val="100000"/>
              </a:lnSpc>
              <a:buNone/>
              <a:tabLst>
                <a:tab algn="l" pos="0"/>
              </a:tabLst>
            </a:pPr>
            <a:r>
              <a:rPr b="1" lang="en" sz="2800" spc="-1" strike="noStrike">
                <a:solidFill>
                  <a:srgbClr val="000000"/>
                </a:solidFill>
                <a:latin typeface="Arial"/>
                <a:ea typeface="Arial"/>
              </a:rPr>
              <a:t>Documentation (cont…)</a:t>
            </a:r>
            <a:endParaRPr b="0" lang="en-IN" sz="2800" spc="-1" strike="noStrike">
              <a:solidFill>
                <a:srgbClr val="000000"/>
              </a:solidFill>
              <a:latin typeface="Arial"/>
            </a:endParaRPr>
          </a:p>
        </p:txBody>
      </p:sp>
      <p:sp>
        <p:nvSpPr>
          <p:cNvPr id="111" name="PlaceHolder 2"/>
          <p:cNvSpPr>
            <a:spLocks noGrp="1"/>
          </p:cNvSpPr>
          <p:nvPr>
            <p:ph/>
          </p:nvPr>
        </p:nvSpPr>
        <p:spPr>
          <a:xfrm>
            <a:off x="311760" y="1152360"/>
            <a:ext cx="8520120" cy="3897360"/>
          </a:xfrm>
          <a:prstGeom prst="rect">
            <a:avLst/>
          </a:prstGeom>
          <a:noFill/>
          <a:ln w="0">
            <a:noFill/>
          </a:ln>
        </p:spPr>
        <p:txBody>
          <a:bodyPr tIns="91440" bIns="91440" anchor="t">
            <a:normAutofit fontScale="48000"/>
          </a:bodyPr>
          <a:p>
            <a:pPr>
              <a:lnSpc>
                <a:spcPct val="115000"/>
              </a:lnSpc>
              <a:spcBef>
                <a:spcPts val="1400"/>
              </a:spcBef>
              <a:buNone/>
              <a:tabLst>
                <a:tab algn="l" pos="0"/>
              </a:tabLst>
            </a:pPr>
            <a:r>
              <a:rPr b="1" lang="en" sz="3970" spc="-1" strike="noStrike">
                <a:solidFill>
                  <a:srgbClr val="0000ff"/>
                </a:solidFill>
                <a:latin typeface="Arial"/>
                <a:ea typeface="Arial"/>
              </a:rPr>
              <a:t>Promoting Documentation:</a:t>
            </a:r>
            <a:endParaRPr b="0" lang="en-IN" sz="3970" spc="-1" strike="noStrike">
              <a:solidFill>
                <a:srgbClr val="000000"/>
              </a:solidFill>
              <a:latin typeface="Arial"/>
            </a:endParaRPr>
          </a:p>
          <a:p>
            <a:pPr marL="457200" indent="-321120">
              <a:lnSpc>
                <a:spcPct val="115000"/>
              </a:lnSpc>
              <a:spcBef>
                <a:spcPts val="1400"/>
              </a:spcBef>
              <a:buClr>
                <a:srgbClr val="000000"/>
              </a:buClr>
              <a:buFont typeface="Arial"/>
              <a:buChar char="●"/>
              <a:tabLst>
                <a:tab algn="l" pos="0"/>
              </a:tabLst>
            </a:pPr>
            <a:r>
              <a:rPr b="0" lang="en" sz="3640" spc="-1" strike="noStrike">
                <a:solidFill>
                  <a:srgbClr val="000000"/>
                </a:solidFill>
                <a:latin typeface="Arial"/>
                <a:ea typeface="Arial"/>
              </a:rPr>
              <a:t>Engineers often reluctant due to:</a:t>
            </a:r>
            <a:endParaRPr b="0" lang="en-IN" sz="3640" spc="-1" strike="noStrike">
              <a:solidFill>
                <a:srgbClr val="000000"/>
              </a:solidFill>
              <a:latin typeface="Arial"/>
            </a:endParaRPr>
          </a:p>
          <a:p>
            <a:pPr lvl="1" marL="914400" indent="-321120">
              <a:lnSpc>
                <a:spcPct val="115000"/>
              </a:lnSpc>
              <a:buClr>
                <a:srgbClr val="000000"/>
              </a:buClr>
              <a:buFont typeface="Arial"/>
              <a:buChar char="○"/>
              <a:tabLst>
                <a:tab algn="l" pos="0"/>
              </a:tabLst>
            </a:pPr>
            <a:r>
              <a:rPr b="0" lang="en" sz="3640" spc="-1" strike="noStrike">
                <a:solidFill>
                  <a:srgbClr val="000000"/>
                </a:solidFill>
                <a:latin typeface="Arial"/>
                <a:ea typeface="Arial"/>
              </a:rPr>
              <a:t>Time investment</a:t>
            </a:r>
            <a:endParaRPr b="0" lang="en-IN" sz="3640" spc="-1" strike="noStrike">
              <a:solidFill>
                <a:srgbClr val="000000"/>
              </a:solidFill>
              <a:latin typeface="Arial"/>
            </a:endParaRPr>
          </a:p>
          <a:p>
            <a:pPr lvl="1" marL="914400" indent="-321120">
              <a:lnSpc>
                <a:spcPct val="115000"/>
              </a:lnSpc>
              <a:buClr>
                <a:srgbClr val="000000"/>
              </a:buClr>
              <a:buFont typeface="Arial"/>
              <a:buChar char="○"/>
              <a:tabLst>
                <a:tab algn="l" pos="0"/>
              </a:tabLst>
            </a:pPr>
            <a:r>
              <a:rPr b="0" lang="en" sz="3640" spc="-1" strike="noStrike">
                <a:solidFill>
                  <a:srgbClr val="000000"/>
                </a:solidFill>
                <a:latin typeface="Arial"/>
                <a:ea typeface="Arial"/>
              </a:rPr>
              <a:t>Delayed and indirect benefits</a:t>
            </a:r>
            <a:endParaRPr b="0" lang="en-IN" sz="3640" spc="-1" strike="noStrike">
              <a:solidFill>
                <a:srgbClr val="000000"/>
              </a:solidFill>
              <a:latin typeface="Arial"/>
            </a:endParaRPr>
          </a:p>
          <a:p>
            <a:pPr marL="457200" indent="-321120">
              <a:lnSpc>
                <a:spcPct val="115000"/>
              </a:lnSpc>
              <a:buClr>
                <a:srgbClr val="000000"/>
              </a:buClr>
              <a:buFont typeface="Arial"/>
              <a:buChar char="●"/>
              <a:tabLst>
                <a:tab algn="l" pos="0"/>
              </a:tabLst>
            </a:pPr>
            <a:r>
              <a:rPr b="0" lang="en" sz="3640" spc="-1" strike="noStrike">
                <a:solidFill>
                  <a:srgbClr val="000000"/>
                </a:solidFill>
                <a:latin typeface="Arial"/>
                <a:ea typeface="Arial"/>
              </a:rPr>
              <a:t>Structural incentives help - but not always sufficient.</a:t>
            </a:r>
            <a:endParaRPr b="0" lang="en-IN" sz="3640" spc="-1" strike="noStrike">
              <a:solidFill>
                <a:srgbClr val="000000"/>
              </a:solidFill>
              <a:latin typeface="Arial"/>
            </a:endParaRPr>
          </a:p>
          <a:p>
            <a:pPr>
              <a:lnSpc>
                <a:spcPct val="115000"/>
              </a:lnSpc>
              <a:spcBef>
                <a:spcPts val="1400"/>
              </a:spcBef>
              <a:buNone/>
              <a:tabLst>
                <a:tab algn="l" pos="0"/>
              </a:tabLst>
            </a:pPr>
            <a:r>
              <a:rPr b="1" lang="en" sz="4180" spc="-1" strike="noStrike">
                <a:solidFill>
                  <a:srgbClr val="0000ff"/>
                </a:solidFill>
                <a:latin typeface="Arial"/>
                <a:ea typeface="Arial"/>
              </a:rPr>
              <a:t>Personal Benefits of Documentation:</a:t>
            </a:r>
            <a:endParaRPr b="0" lang="en-IN" sz="4180" spc="-1" strike="noStrike">
              <a:solidFill>
                <a:srgbClr val="000000"/>
              </a:solidFill>
              <a:latin typeface="Arial"/>
            </a:endParaRPr>
          </a:p>
          <a:p>
            <a:pPr marL="457200" indent="-321120">
              <a:lnSpc>
                <a:spcPct val="115000"/>
              </a:lnSpc>
              <a:spcBef>
                <a:spcPts val="1199"/>
              </a:spcBef>
              <a:buClr>
                <a:srgbClr val="000000"/>
              </a:buClr>
              <a:buFont typeface="Arial"/>
              <a:buChar char="●"/>
              <a:tabLst>
                <a:tab algn="l" pos="0"/>
              </a:tabLst>
            </a:pPr>
            <a:r>
              <a:rPr b="0" lang="en" sz="3640" spc="-1" strike="noStrike">
                <a:solidFill>
                  <a:srgbClr val="000000"/>
                </a:solidFill>
                <a:latin typeface="Arial"/>
                <a:ea typeface="Arial"/>
              </a:rPr>
              <a:t>Saves time: answer once, then point to the doc later.</a:t>
            </a:r>
            <a:endParaRPr b="0" lang="en-IN" sz="3640" spc="-1" strike="noStrike">
              <a:solidFill>
                <a:srgbClr val="000000"/>
              </a:solidFill>
              <a:latin typeface="Arial"/>
            </a:endParaRPr>
          </a:p>
          <a:p>
            <a:pPr marL="457200" indent="-321120">
              <a:lnSpc>
                <a:spcPct val="115000"/>
              </a:lnSpc>
              <a:buClr>
                <a:srgbClr val="000000"/>
              </a:buClr>
              <a:buFont typeface="Arial"/>
              <a:buChar char="●"/>
              <a:tabLst>
                <a:tab algn="l" pos="0"/>
              </a:tabLst>
            </a:pPr>
            <a:r>
              <a:rPr b="0" lang="en" sz="3640" spc="-1" strike="noStrike">
                <a:solidFill>
                  <a:srgbClr val="000000"/>
                </a:solidFill>
                <a:latin typeface="Arial"/>
                <a:ea typeface="Arial"/>
              </a:rPr>
              <a:t>Helps </a:t>
            </a:r>
            <a:r>
              <a:rPr b="1" lang="en" sz="3640" spc="-1" strike="noStrike">
                <a:solidFill>
                  <a:srgbClr val="000000"/>
                </a:solidFill>
                <a:latin typeface="Arial"/>
                <a:ea typeface="Arial"/>
              </a:rPr>
              <a:t>team scale</a:t>
            </a:r>
            <a:r>
              <a:rPr b="0" lang="en" sz="3640" spc="-1" strike="noStrike">
                <a:solidFill>
                  <a:srgbClr val="000000"/>
                </a:solidFill>
                <a:latin typeface="Arial"/>
                <a:ea typeface="Arial"/>
              </a:rPr>
              <a:t>:</a:t>
            </a:r>
            <a:endParaRPr b="0" lang="en-IN" sz="3640" spc="-1" strike="noStrike">
              <a:solidFill>
                <a:srgbClr val="000000"/>
              </a:solidFill>
              <a:latin typeface="Arial"/>
            </a:endParaRPr>
          </a:p>
          <a:p>
            <a:pPr lvl="1" marL="914400" indent="-321120">
              <a:lnSpc>
                <a:spcPct val="115000"/>
              </a:lnSpc>
              <a:buClr>
                <a:srgbClr val="000000"/>
              </a:buClr>
              <a:buFont typeface="Arial"/>
              <a:buChar char="○"/>
              <a:tabLst>
                <a:tab algn="l" pos="0"/>
              </a:tabLst>
            </a:pPr>
            <a:r>
              <a:rPr b="0" lang="en" sz="3640" spc="-1" strike="noStrike">
                <a:solidFill>
                  <a:srgbClr val="000000"/>
                </a:solidFill>
                <a:latin typeface="Arial"/>
                <a:ea typeface="Arial"/>
              </a:rPr>
              <a:t>Central reference for repeated questions.</a:t>
            </a:r>
            <a:endParaRPr b="0" lang="en-IN" sz="3640" spc="-1" strike="noStrike">
              <a:solidFill>
                <a:srgbClr val="000000"/>
              </a:solidFill>
              <a:latin typeface="Arial"/>
            </a:endParaRPr>
          </a:p>
          <a:p>
            <a:pPr lvl="1" marL="914400" indent="-321120">
              <a:lnSpc>
                <a:spcPct val="115000"/>
              </a:lnSpc>
              <a:buClr>
                <a:srgbClr val="000000"/>
              </a:buClr>
              <a:buFont typeface="Arial"/>
              <a:buChar char="○"/>
              <a:tabLst>
                <a:tab algn="l" pos="0"/>
              </a:tabLst>
            </a:pPr>
            <a:r>
              <a:rPr b="0" lang="en" sz="3640" spc="-1" strike="noStrike">
                <a:solidFill>
                  <a:srgbClr val="000000"/>
                </a:solidFill>
                <a:latin typeface="Arial"/>
                <a:ea typeface="Arial"/>
              </a:rPr>
              <a:t>Others can update and share the doc.</a:t>
            </a:r>
            <a:endParaRPr b="0" lang="en-IN" sz="3640" spc="-1" strike="noStrike">
              <a:solidFill>
                <a:srgbClr val="000000"/>
              </a:solidFill>
              <a:latin typeface="Arial"/>
            </a:endParaRPr>
          </a:p>
          <a:p>
            <a:pPr lvl="1" marL="914400" indent="-321120">
              <a:lnSpc>
                <a:spcPct val="115000"/>
              </a:lnSpc>
              <a:buClr>
                <a:srgbClr val="000000"/>
              </a:buClr>
              <a:buFont typeface="Arial"/>
              <a:buChar char="○"/>
              <a:tabLst>
                <a:tab algn="l" pos="0"/>
              </a:tabLst>
            </a:pPr>
            <a:r>
              <a:rPr b="0" lang="en" sz="3640" spc="-1" strike="noStrike">
                <a:solidFill>
                  <a:srgbClr val="000000"/>
                </a:solidFill>
                <a:latin typeface="Arial"/>
                <a:ea typeface="Arial"/>
              </a:rPr>
              <a:t>May benefit other teams with similar needs.</a:t>
            </a:r>
            <a:endParaRPr b="0" lang="en-IN" sz="3640" spc="-1" strike="noStrike">
              <a:solidFill>
                <a:srgbClr val="000000"/>
              </a:solidFill>
              <a:latin typeface="Arial"/>
            </a:endParaRPr>
          </a:p>
          <a:p>
            <a:pPr marL="457200">
              <a:lnSpc>
                <a:spcPct val="115000"/>
              </a:lnSpc>
              <a:spcBef>
                <a:spcPts val="1199"/>
              </a:spcBef>
              <a:buNone/>
              <a:tabLst>
                <a:tab algn="l" pos="0"/>
              </a:tabLst>
            </a:pPr>
            <a:endParaRPr b="0" lang="en-IN" sz="1100" spc="-1" strike="noStrike">
              <a:solidFill>
                <a:srgbClr val="000000"/>
              </a:solidFill>
              <a:latin typeface="Arial"/>
            </a:endParaRPr>
          </a:p>
          <a:p>
            <a:pPr>
              <a:lnSpc>
                <a:spcPct val="115000"/>
              </a:lnSpc>
              <a:spcBef>
                <a:spcPts val="1199"/>
              </a:spcBef>
              <a:spcAft>
                <a:spcPts val="1199"/>
              </a:spcAft>
              <a:buNone/>
              <a:tabLst>
                <a:tab algn="l" pos="0"/>
              </a:tabLst>
            </a:pP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311760" y="444960"/>
            <a:ext cx="8520120" cy="572400"/>
          </a:xfrm>
          <a:prstGeom prst="rect">
            <a:avLst/>
          </a:prstGeom>
          <a:noFill/>
          <a:ln w="0">
            <a:noFill/>
          </a:ln>
        </p:spPr>
        <p:txBody>
          <a:bodyPr tIns="91440" bIns="91440" anchor="t">
            <a:normAutofit fontScale="91000"/>
          </a:bodyPr>
          <a:p>
            <a:pPr>
              <a:lnSpc>
                <a:spcPct val="100000"/>
              </a:lnSpc>
              <a:buNone/>
              <a:tabLst>
                <a:tab algn="l" pos="0"/>
              </a:tabLst>
            </a:pPr>
            <a:r>
              <a:rPr b="1" lang="en" sz="2800" spc="-1" strike="noStrike">
                <a:solidFill>
                  <a:srgbClr val="000000"/>
                </a:solidFill>
                <a:latin typeface="Arial"/>
                <a:ea typeface="Arial"/>
              </a:rPr>
              <a:t>Code as a Knowledge - Sharing Tool</a:t>
            </a:r>
            <a:endParaRPr b="0" lang="en-IN" sz="2800" spc="-1" strike="noStrike">
              <a:solidFill>
                <a:srgbClr val="000000"/>
              </a:solidFill>
              <a:latin typeface="Arial"/>
            </a:endParaRPr>
          </a:p>
        </p:txBody>
      </p:sp>
      <p:sp>
        <p:nvSpPr>
          <p:cNvPr id="113" name="PlaceHolder 2"/>
          <p:cNvSpPr>
            <a:spLocks noGrp="1"/>
          </p:cNvSpPr>
          <p:nvPr>
            <p:ph/>
          </p:nvPr>
        </p:nvSpPr>
        <p:spPr>
          <a:xfrm>
            <a:off x="311760" y="983160"/>
            <a:ext cx="8520120" cy="3837600"/>
          </a:xfrm>
          <a:prstGeom prst="rect">
            <a:avLst/>
          </a:prstGeom>
          <a:noFill/>
          <a:ln w="0">
            <a:noFill/>
          </a:ln>
        </p:spPr>
        <p:txBody>
          <a:bodyPr tIns="91440" bIns="91440" anchor="t">
            <a:normAutofit/>
          </a:bodyPr>
          <a:p>
            <a:pPr marL="457200" indent="-330120">
              <a:lnSpc>
                <a:spcPct val="115000"/>
              </a:lnSpc>
              <a:buClr>
                <a:srgbClr val="000000"/>
              </a:buClr>
              <a:buFont typeface="Arial"/>
              <a:buChar char="●"/>
            </a:pPr>
            <a:r>
              <a:rPr b="1" lang="en" sz="1600" spc="-1" strike="noStrike">
                <a:solidFill>
                  <a:srgbClr val="0000ff"/>
                </a:solidFill>
                <a:latin typeface="Arial"/>
                <a:ea typeface="Arial"/>
              </a:rPr>
              <a:t>Code = Transcribed Knowledge</a:t>
            </a:r>
            <a:r>
              <a:rPr b="0" lang="en" sz="1600" spc="-1" strike="noStrike">
                <a:solidFill>
                  <a:srgbClr val="000000"/>
                </a:solidFill>
                <a:latin typeface="Arial"/>
                <a:ea typeface="Arial"/>
              </a:rPr>
              <a:t>: Even without intent, writing code often shares insights.</a:t>
            </a:r>
            <a:endParaRPr b="0" lang="en-IN" sz="1600" spc="-1" strike="noStrike">
              <a:solidFill>
                <a:srgbClr val="000000"/>
              </a:solidFill>
              <a:latin typeface="Arial"/>
            </a:endParaRPr>
          </a:p>
          <a:p>
            <a:pPr marL="457200" indent="-330120">
              <a:lnSpc>
                <a:spcPct val="115000"/>
              </a:lnSpc>
              <a:buClr>
                <a:srgbClr val="000000"/>
              </a:buClr>
              <a:buFont typeface="Arial"/>
              <a:buChar char="●"/>
            </a:pPr>
            <a:r>
              <a:rPr b="1" lang="en" sz="1600" spc="-1" strike="noStrike">
                <a:solidFill>
                  <a:srgbClr val="000000"/>
                </a:solidFill>
                <a:latin typeface="Arial"/>
                <a:ea typeface="Arial"/>
              </a:rPr>
              <a:t>Readable Code Enhances Knowledge Transfer</a:t>
            </a:r>
            <a:r>
              <a:rPr b="0" lang="en" sz="1600" spc="-1" strike="noStrike">
                <a:solidFill>
                  <a:srgbClr val="000000"/>
                </a:solidFill>
                <a:latin typeface="Arial"/>
                <a:ea typeface="Arial"/>
              </a:rPr>
              <a:t>: Benefits both </a:t>
            </a:r>
            <a:r>
              <a:rPr b="1" lang="en" sz="1600" spc="-1" strike="noStrike">
                <a:solidFill>
                  <a:srgbClr val="000000"/>
                </a:solidFill>
                <a:latin typeface="Arial"/>
                <a:ea typeface="Arial"/>
              </a:rPr>
              <a:t>consumers</a:t>
            </a:r>
            <a:r>
              <a:rPr b="0" lang="en" sz="1600" spc="-1" strike="noStrike">
                <a:solidFill>
                  <a:srgbClr val="000000"/>
                </a:solidFill>
                <a:latin typeface="Arial"/>
                <a:ea typeface="Arial"/>
              </a:rPr>
              <a:t> and </a:t>
            </a:r>
            <a:r>
              <a:rPr b="1" lang="en" sz="1600" spc="-1" strike="noStrike">
                <a:solidFill>
                  <a:srgbClr val="000000"/>
                </a:solidFill>
                <a:latin typeface="Arial"/>
                <a:ea typeface="Arial"/>
              </a:rPr>
              <a:t>future maintainers</a:t>
            </a:r>
            <a:r>
              <a:rPr b="0" lang="en" sz="1600" spc="-1" strike="noStrike">
                <a:solidFill>
                  <a:srgbClr val="000000"/>
                </a:solidFill>
                <a:latin typeface="Arial"/>
                <a:ea typeface="Arial"/>
              </a:rPr>
              <a:t>.</a:t>
            </a:r>
            <a:endParaRPr b="0" lang="en-IN" sz="1600" spc="-1" strike="noStrike">
              <a:solidFill>
                <a:srgbClr val="000000"/>
              </a:solidFill>
              <a:latin typeface="Arial"/>
            </a:endParaRPr>
          </a:p>
          <a:p>
            <a:pPr>
              <a:lnSpc>
                <a:spcPct val="115000"/>
              </a:lnSpc>
              <a:spcBef>
                <a:spcPts val="1199"/>
              </a:spcBef>
              <a:buNone/>
              <a:tabLst>
                <a:tab algn="l" pos="0"/>
              </a:tabLst>
            </a:pPr>
            <a:r>
              <a:rPr b="1" lang="en" sz="1600" spc="-1" strike="noStrike">
                <a:solidFill>
                  <a:srgbClr val="0000ff"/>
                </a:solidFill>
                <a:latin typeface="Arial"/>
                <a:ea typeface="Arial"/>
              </a:rPr>
              <a:t>Implementation Comments</a:t>
            </a:r>
            <a:r>
              <a:rPr b="0" lang="en" sz="1600" spc="-1" strike="noStrike">
                <a:solidFill>
                  <a:srgbClr val="0000ff"/>
                </a:solidFill>
                <a:latin typeface="Arial"/>
                <a:ea typeface="Arial"/>
              </a:rPr>
              <a:t>:</a:t>
            </a:r>
            <a:endParaRPr b="0" lang="en-IN" sz="1600" spc="-1" strike="noStrike">
              <a:solidFill>
                <a:srgbClr val="000000"/>
              </a:solidFill>
              <a:latin typeface="Arial"/>
            </a:endParaRPr>
          </a:p>
          <a:p>
            <a:pPr marL="457200" indent="-330120">
              <a:lnSpc>
                <a:spcPct val="115000"/>
              </a:lnSpc>
              <a:buClr>
                <a:srgbClr val="000000"/>
              </a:buClr>
              <a:buFont typeface="Arial"/>
              <a:buChar char="●"/>
              <a:tabLst>
                <a:tab algn="l" pos="0"/>
              </a:tabLst>
            </a:pPr>
            <a:r>
              <a:rPr b="0" lang="en" sz="1600" spc="-1" strike="noStrike">
                <a:solidFill>
                  <a:srgbClr val="000000"/>
                </a:solidFill>
                <a:latin typeface="Arial"/>
                <a:ea typeface="Arial"/>
              </a:rPr>
              <a:t>Share reasoning and intent with future readers (including “Future You”).</a:t>
            </a:r>
            <a:endParaRPr b="0" lang="en-IN" sz="1600" spc="-1" strike="noStrike">
              <a:solidFill>
                <a:srgbClr val="000000"/>
              </a:solidFill>
              <a:latin typeface="Arial"/>
            </a:endParaRPr>
          </a:p>
          <a:p>
            <a:pPr marL="457200" indent="-330120">
              <a:lnSpc>
                <a:spcPct val="115000"/>
              </a:lnSpc>
              <a:buClr>
                <a:srgbClr val="000000"/>
              </a:buClr>
              <a:buFont typeface="Arial"/>
              <a:buChar char="●"/>
              <a:tabLst>
                <a:tab algn="l" pos="0"/>
              </a:tabLst>
            </a:pPr>
            <a:r>
              <a:rPr b="0" lang="en" sz="1600" spc="-1" strike="noStrike">
                <a:solidFill>
                  <a:srgbClr val="000000"/>
                </a:solidFill>
                <a:latin typeface="Arial"/>
                <a:ea typeface="Arial"/>
              </a:rPr>
              <a:t>Risk: Become outdated if not maintained.</a:t>
            </a:r>
            <a:endParaRPr b="0" lang="en-IN" sz="1600" spc="-1" strike="noStrike">
              <a:solidFill>
                <a:srgbClr val="000000"/>
              </a:solidFill>
              <a:latin typeface="Arial"/>
            </a:endParaRPr>
          </a:p>
          <a:p>
            <a:pPr>
              <a:lnSpc>
                <a:spcPct val="115000"/>
              </a:lnSpc>
              <a:spcBef>
                <a:spcPts val="1199"/>
              </a:spcBef>
              <a:buNone/>
              <a:tabLst>
                <a:tab algn="l" pos="0"/>
              </a:tabLst>
            </a:pPr>
            <a:r>
              <a:rPr b="1" lang="en" sz="1600" spc="-1" strike="noStrike">
                <a:solidFill>
                  <a:srgbClr val="0000ff"/>
                </a:solidFill>
                <a:latin typeface="Arial"/>
                <a:ea typeface="Arial"/>
              </a:rPr>
              <a:t>Code Reviews as Learning Platforms</a:t>
            </a:r>
            <a:r>
              <a:rPr b="0" lang="en" sz="1600" spc="-1" strike="noStrike">
                <a:solidFill>
                  <a:srgbClr val="0000ff"/>
                </a:solidFill>
                <a:latin typeface="Arial"/>
                <a:ea typeface="Arial"/>
              </a:rPr>
              <a:t>:</a:t>
            </a:r>
            <a:endParaRPr b="0" lang="en-IN" sz="1600" spc="-1" strike="noStrike">
              <a:solidFill>
                <a:srgbClr val="000000"/>
              </a:solidFill>
              <a:latin typeface="Arial"/>
            </a:endParaRPr>
          </a:p>
          <a:p>
            <a:pPr marL="457200" indent="-330120">
              <a:lnSpc>
                <a:spcPct val="115000"/>
              </a:lnSpc>
              <a:spcBef>
                <a:spcPts val="1199"/>
              </a:spcBef>
              <a:buClr>
                <a:srgbClr val="000000"/>
              </a:buClr>
              <a:buFont typeface="Arial"/>
              <a:buChar char="●"/>
              <a:tabLst>
                <a:tab algn="l" pos="0"/>
              </a:tabLst>
            </a:pPr>
            <a:r>
              <a:rPr b="0" lang="en" sz="1600" spc="-1" strike="noStrike">
                <a:solidFill>
                  <a:srgbClr val="000000"/>
                </a:solidFill>
                <a:latin typeface="Arial"/>
                <a:ea typeface="Arial"/>
              </a:rPr>
              <a:t>Authors and reviewers gain new techniques and tools.</a:t>
            </a:r>
            <a:endParaRPr b="0" lang="en-IN" sz="1600" spc="-1" strike="noStrike">
              <a:solidFill>
                <a:srgbClr val="000000"/>
              </a:solidFill>
              <a:latin typeface="Arial"/>
            </a:endParaRPr>
          </a:p>
          <a:p>
            <a:pPr marL="457200" indent="-330120">
              <a:lnSpc>
                <a:spcPct val="115000"/>
              </a:lnSpc>
              <a:buClr>
                <a:srgbClr val="000000"/>
              </a:buClr>
              <a:buFont typeface="Arial"/>
              <a:buChar char="●"/>
              <a:tabLst>
                <a:tab algn="l" pos="0"/>
              </a:tabLst>
            </a:pPr>
            <a:r>
              <a:rPr b="0" lang="en" sz="1600" spc="-1" strike="noStrike">
                <a:solidFill>
                  <a:srgbClr val="000000"/>
                </a:solidFill>
                <a:latin typeface="Arial"/>
                <a:ea typeface="Arial"/>
              </a:rPr>
              <a:t>Review suggestions can reveal new patterns or libraries.</a:t>
            </a:r>
            <a:endParaRPr b="0" lang="en-IN" sz="1600" spc="-1" strike="noStrike">
              <a:solidFill>
                <a:srgbClr val="000000"/>
              </a:solidFill>
              <a:latin typeface="Arial"/>
            </a:endParaRPr>
          </a:p>
          <a:p>
            <a:pPr marL="457200" indent="-330120">
              <a:lnSpc>
                <a:spcPct val="115000"/>
              </a:lnSpc>
              <a:buClr>
                <a:srgbClr val="000000"/>
              </a:buClr>
              <a:buFont typeface="Arial"/>
              <a:buChar char="●"/>
              <a:tabLst>
                <a:tab algn="l" pos="0"/>
              </a:tabLst>
            </a:pPr>
            <a:r>
              <a:rPr b="0" lang="en" sz="1600" spc="-1" strike="noStrike">
                <a:solidFill>
                  <a:srgbClr val="000000"/>
                </a:solidFill>
                <a:latin typeface="Arial"/>
                <a:ea typeface="Arial"/>
              </a:rPr>
              <a:t>At Google, the </a:t>
            </a:r>
            <a:r>
              <a:rPr b="1" lang="en" sz="1600" spc="-1" strike="noStrike">
                <a:solidFill>
                  <a:srgbClr val="000000"/>
                </a:solidFill>
                <a:latin typeface="Arial"/>
                <a:ea typeface="Arial"/>
              </a:rPr>
              <a:t>readability process</a:t>
            </a:r>
            <a:r>
              <a:rPr b="0" lang="en" sz="1600" spc="-1" strike="noStrike">
                <a:solidFill>
                  <a:srgbClr val="000000"/>
                </a:solidFill>
                <a:latin typeface="Arial"/>
                <a:ea typeface="Arial"/>
              </a:rPr>
              <a:t> standardizes mentorship through reviews.</a:t>
            </a:r>
            <a:endParaRPr b="0" lang="en-IN"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311760" y="444960"/>
            <a:ext cx="8520120" cy="572400"/>
          </a:xfrm>
          <a:prstGeom prst="rect">
            <a:avLst/>
          </a:prstGeom>
          <a:noFill/>
          <a:ln w="0">
            <a:noFill/>
          </a:ln>
        </p:spPr>
        <p:txBody>
          <a:bodyPr tIns="91440" bIns="91440" anchor="t">
            <a:normAutofit/>
          </a:bodyPr>
          <a:p>
            <a:pPr>
              <a:lnSpc>
                <a:spcPct val="100000"/>
              </a:lnSpc>
              <a:buNone/>
              <a:tabLst>
                <a:tab algn="l" pos="0"/>
              </a:tabLst>
            </a:pPr>
            <a:r>
              <a:rPr b="1" lang="en" sz="2420" spc="-1" strike="noStrike">
                <a:solidFill>
                  <a:srgbClr val="000000"/>
                </a:solidFill>
                <a:latin typeface="Arial"/>
                <a:ea typeface="Arial"/>
              </a:rPr>
              <a:t>Readability at Google: Mentorship Through Code Review</a:t>
            </a:r>
            <a:endParaRPr b="0" lang="en-IN" sz="2420" spc="-1" strike="noStrike">
              <a:solidFill>
                <a:srgbClr val="000000"/>
              </a:solidFill>
              <a:latin typeface="Arial"/>
            </a:endParaRPr>
          </a:p>
        </p:txBody>
      </p:sp>
      <p:sp>
        <p:nvSpPr>
          <p:cNvPr id="115" name="PlaceHolder 2"/>
          <p:cNvSpPr>
            <a:spLocks noGrp="1"/>
          </p:cNvSpPr>
          <p:nvPr>
            <p:ph/>
          </p:nvPr>
        </p:nvSpPr>
        <p:spPr>
          <a:xfrm>
            <a:off x="311760" y="1152360"/>
            <a:ext cx="8520120" cy="4049280"/>
          </a:xfrm>
          <a:prstGeom prst="rect">
            <a:avLst/>
          </a:prstGeom>
          <a:noFill/>
          <a:ln w="0">
            <a:noFill/>
          </a:ln>
        </p:spPr>
        <p:txBody>
          <a:bodyPr tIns="91440" bIns="91440" anchor="t">
            <a:noAutofit/>
          </a:bodyPr>
          <a:p>
            <a:pPr>
              <a:lnSpc>
                <a:spcPct val="115000"/>
              </a:lnSpc>
              <a:buNone/>
              <a:tabLst>
                <a:tab algn="l" pos="0"/>
              </a:tabLst>
            </a:pPr>
            <a:r>
              <a:rPr b="1" lang="en" sz="1500" spc="-1" strike="noStrike">
                <a:solidFill>
                  <a:srgbClr val="0000ff"/>
                </a:solidFill>
                <a:latin typeface="Arial"/>
                <a:ea typeface="Arial"/>
              </a:rPr>
              <a:t>What Is Readability? </a:t>
            </a:r>
            <a:r>
              <a:rPr b="0" lang="en" sz="1500" spc="-1" strike="noStrike">
                <a:solidFill>
                  <a:srgbClr val="000000"/>
                </a:solidFill>
                <a:latin typeface="Arial"/>
                <a:ea typeface="Arial"/>
              </a:rPr>
              <a:t> A company-wide mentorship program to ensure </a:t>
            </a:r>
            <a:r>
              <a:rPr b="1" lang="en" sz="1500" spc="-1" strike="noStrike">
                <a:solidFill>
                  <a:srgbClr val="000000"/>
                </a:solidFill>
                <a:latin typeface="Arial"/>
                <a:ea typeface="Arial"/>
              </a:rPr>
              <a:t>clear, idiomatic, and maintainable code</a:t>
            </a:r>
            <a:r>
              <a:rPr b="0" lang="en" sz="1500" spc="-1" strike="noStrike">
                <a:solidFill>
                  <a:srgbClr val="000000"/>
                </a:solidFill>
                <a:latin typeface="Arial"/>
                <a:ea typeface="Arial"/>
              </a:rPr>
              <a:t> through structured reviews.</a:t>
            </a:r>
            <a:endParaRPr b="0" lang="en-IN" sz="1500" spc="-1" strike="noStrike">
              <a:solidFill>
                <a:srgbClr val="000000"/>
              </a:solidFill>
              <a:latin typeface="Arial"/>
            </a:endParaRPr>
          </a:p>
          <a:p>
            <a:pPr>
              <a:lnSpc>
                <a:spcPct val="115000"/>
              </a:lnSpc>
              <a:spcBef>
                <a:spcPts val="1199"/>
              </a:spcBef>
              <a:buNone/>
              <a:tabLst>
                <a:tab algn="l" pos="0"/>
              </a:tabLst>
            </a:pPr>
            <a:r>
              <a:rPr b="1" lang="en" sz="1500" spc="-1" strike="noStrike">
                <a:solidFill>
                  <a:srgbClr val="0000ff"/>
                </a:solidFill>
                <a:latin typeface="Arial"/>
                <a:ea typeface="Arial"/>
              </a:rPr>
              <a:t>The Readability Process:</a:t>
            </a:r>
            <a:endParaRPr b="0" lang="en-IN" sz="1500" spc="-1" strike="noStrike">
              <a:solidFill>
                <a:srgbClr val="000000"/>
              </a:solidFill>
              <a:latin typeface="Arial"/>
            </a:endParaRPr>
          </a:p>
          <a:p>
            <a:pPr marL="457200" indent="-324000">
              <a:lnSpc>
                <a:spcPct val="115000"/>
              </a:lnSpc>
              <a:spcBef>
                <a:spcPts val="1199"/>
              </a:spcBef>
              <a:buClr>
                <a:srgbClr val="000000"/>
              </a:buClr>
              <a:buFont typeface="Arial"/>
              <a:buChar char="●"/>
              <a:tabLst>
                <a:tab algn="l" pos="0"/>
              </a:tabLst>
            </a:pPr>
            <a:r>
              <a:rPr b="0" lang="en" sz="1500" spc="-1" strike="noStrike">
                <a:solidFill>
                  <a:srgbClr val="000000"/>
                </a:solidFill>
                <a:latin typeface="Arial"/>
                <a:ea typeface="Arial"/>
              </a:rPr>
              <a:t>Mandatory </a:t>
            </a:r>
            <a:r>
              <a:rPr b="1" lang="en" sz="1500" spc="-1" strike="noStrike">
                <a:solidFill>
                  <a:srgbClr val="000000"/>
                </a:solidFill>
                <a:latin typeface="Arial"/>
                <a:ea typeface="Arial"/>
              </a:rPr>
              <a:t>code review</a:t>
            </a:r>
            <a:r>
              <a:rPr b="0" lang="en" sz="1500" spc="-1" strike="noStrike">
                <a:solidFill>
                  <a:srgbClr val="000000"/>
                </a:solidFill>
                <a:latin typeface="Arial"/>
                <a:ea typeface="Arial"/>
              </a:rPr>
              <a:t> for every changelist (CL)</a:t>
            </a:r>
            <a:endParaRPr b="0" lang="en-IN" sz="1500" spc="-1" strike="noStrike">
              <a:solidFill>
                <a:srgbClr val="000000"/>
              </a:solidFill>
              <a:latin typeface="Arial"/>
            </a:endParaRPr>
          </a:p>
          <a:p>
            <a:pPr marL="457200" indent="-324000">
              <a:lnSpc>
                <a:spcPct val="115000"/>
              </a:lnSpc>
              <a:buClr>
                <a:srgbClr val="000000"/>
              </a:buClr>
              <a:buFont typeface="Arial"/>
              <a:buChar char="●"/>
              <a:tabLst>
                <a:tab algn="l" pos="0"/>
              </a:tabLst>
            </a:pPr>
            <a:r>
              <a:rPr b="1" lang="en" sz="1500" spc="-1" strike="noStrike">
                <a:solidFill>
                  <a:srgbClr val="000000"/>
                </a:solidFill>
                <a:latin typeface="Arial"/>
                <a:ea typeface="Arial"/>
              </a:rPr>
              <a:t>Certified engineers</a:t>
            </a:r>
            <a:r>
              <a:rPr b="0" lang="en" sz="1500" spc="-1" strike="noStrike">
                <a:solidFill>
                  <a:srgbClr val="000000"/>
                </a:solidFill>
                <a:latin typeface="Arial"/>
                <a:ea typeface="Arial"/>
              </a:rPr>
              <a:t> approve CLs or act as reviewers</a:t>
            </a:r>
            <a:endParaRPr b="0" lang="en-IN" sz="1500" spc="-1" strike="noStrike">
              <a:solidFill>
                <a:srgbClr val="000000"/>
              </a:solidFill>
              <a:latin typeface="Arial"/>
            </a:endParaRPr>
          </a:p>
          <a:p>
            <a:pPr marL="457200" indent="-324000">
              <a:lnSpc>
                <a:spcPct val="115000"/>
              </a:lnSpc>
              <a:buClr>
                <a:srgbClr val="000000"/>
              </a:buClr>
              <a:buFont typeface="Arial"/>
              <a:buChar char="●"/>
              <a:tabLst>
                <a:tab algn="l" pos="0"/>
              </a:tabLst>
            </a:pPr>
            <a:r>
              <a:rPr b="0" lang="en" sz="1500" spc="-1" strike="noStrike">
                <a:solidFill>
                  <a:srgbClr val="000000"/>
                </a:solidFill>
                <a:latin typeface="Arial"/>
                <a:ea typeface="Arial"/>
              </a:rPr>
              <a:t>Focus on </a:t>
            </a:r>
            <a:r>
              <a:rPr b="1" lang="en" sz="1500" spc="-1" strike="noStrike">
                <a:solidFill>
                  <a:srgbClr val="000000"/>
                </a:solidFill>
                <a:latin typeface="Arial"/>
                <a:ea typeface="Arial"/>
              </a:rPr>
              <a:t>mentorship</a:t>
            </a:r>
            <a:r>
              <a:rPr b="0" lang="en" sz="1500" spc="-1" strike="noStrike">
                <a:solidFill>
                  <a:srgbClr val="000000"/>
                </a:solidFill>
                <a:latin typeface="Arial"/>
                <a:ea typeface="Arial"/>
              </a:rPr>
              <a:t>, not gatekeeping</a:t>
            </a:r>
            <a:endParaRPr b="0" lang="en-IN" sz="1500" spc="-1" strike="noStrike">
              <a:solidFill>
                <a:srgbClr val="000000"/>
              </a:solidFill>
              <a:latin typeface="Arial"/>
            </a:endParaRPr>
          </a:p>
          <a:p>
            <a:pPr>
              <a:lnSpc>
                <a:spcPct val="115000"/>
              </a:lnSpc>
              <a:spcBef>
                <a:spcPts val="1199"/>
              </a:spcBef>
              <a:buNone/>
              <a:tabLst>
                <a:tab algn="l" pos="0"/>
              </a:tabLst>
            </a:pPr>
            <a:r>
              <a:rPr b="1" lang="en" sz="1500" spc="-1" strike="noStrike">
                <a:solidFill>
                  <a:srgbClr val="0000ff"/>
                </a:solidFill>
                <a:latin typeface="Arial"/>
                <a:ea typeface="Arial"/>
              </a:rPr>
              <a:t>Benefits:</a:t>
            </a:r>
            <a:endParaRPr b="0" lang="en-IN" sz="1500" spc="-1" strike="noStrike">
              <a:solidFill>
                <a:srgbClr val="000000"/>
              </a:solidFill>
              <a:latin typeface="Arial"/>
            </a:endParaRPr>
          </a:p>
          <a:p>
            <a:pPr marL="457200" indent="-324000">
              <a:lnSpc>
                <a:spcPct val="115000"/>
              </a:lnSpc>
              <a:buClr>
                <a:srgbClr val="000000"/>
              </a:buClr>
              <a:buFont typeface="Arial"/>
              <a:buChar char="●"/>
              <a:tabLst>
                <a:tab algn="l" pos="0"/>
              </a:tabLst>
            </a:pPr>
            <a:r>
              <a:rPr b="0" lang="en" sz="1500" spc="-1" strike="noStrike">
                <a:solidFill>
                  <a:srgbClr val="000000"/>
                </a:solidFill>
                <a:latin typeface="Arial"/>
                <a:ea typeface="Arial"/>
              </a:rPr>
              <a:t>Promotes </a:t>
            </a:r>
            <a:r>
              <a:rPr b="1" lang="en" sz="1500" spc="-1" strike="noStrike">
                <a:solidFill>
                  <a:srgbClr val="000000"/>
                </a:solidFill>
                <a:latin typeface="Arial"/>
                <a:ea typeface="Arial"/>
              </a:rPr>
              <a:t>company-wide code consistency</a:t>
            </a:r>
            <a:endParaRPr b="0" lang="en-IN" sz="1500" spc="-1" strike="noStrike">
              <a:solidFill>
                <a:srgbClr val="000000"/>
              </a:solidFill>
              <a:latin typeface="Arial"/>
            </a:endParaRPr>
          </a:p>
          <a:p>
            <a:pPr marL="457200" indent="-324000">
              <a:lnSpc>
                <a:spcPct val="115000"/>
              </a:lnSpc>
              <a:buClr>
                <a:srgbClr val="000000"/>
              </a:buClr>
              <a:buFont typeface="Arial"/>
              <a:buChar char="●"/>
              <a:tabLst>
                <a:tab algn="l" pos="0"/>
              </a:tabLst>
            </a:pPr>
            <a:r>
              <a:rPr b="0" lang="en" sz="1500" spc="-1" strike="noStrike">
                <a:solidFill>
                  <a:srgbClr val="000000"/>
                </a:solidFill>
                <a:latin typeface="Arial"/>
                <a:ea typeface="Arial"/>
              </a:rPr>
              <a:t>Scales </a:t>
            </a:r>
            <a:r>
              <a:rPr b="1" lang="en" sz="1500" spc="-1" strike="noStrike">
                <a:solidFill>
                  <a:srgbClr val="000000"/>
                </a:solidFill>
                <a:latin typeface="Arial"/>
                <a:ea typeface="Arial"/>
              </a:rPr>
              <a:t>best practices and language idioms</a:t>
            </a:r>
            <a:endParaRPr b="0" lang="en-IN" sz="1500" spc="-1" strike="noStrike">
              <a:solidFill>
                <a:srgbClr val="000000"/>
              </a:solidFill>
              <a:latin typeface="Arial"/>
            </a:endParaRPr>
          </a:p>
          <a:p>
            <a:pPr marL="457200" indent="-324000">
              <a:lnSpc>
                <a:spcPct val="115000"/>
              </a:lnSpc>
              <a:buClr>
                <a:srgbClr val="000000"/>
              </a:buClr>
              <a:buFont typeface="Arial"/>
              <a:buChar char="●"/>
              <a:tabLst>
                <a:tab algn="l" pos="0"/>
              </a:tabLst>
            </a:pPr>
            <a:r>
              <a:rPr b="0" lang="en" sz="1500" spc="-1" strike="noStrike">
                <a:solidFill>
                  <a:srgbClr val="000000"/>
                </a:solidFill>
                <a:latin typeface="Arial"/>
                <a:ea typeface="Arial"/>
              </a:rPr>
              <a:t>Increases </a:t>
            </a:r>
            <a:r>
              <a:rPr b="1" lang="en" sz="1500" spc="-1" strike="noStrike">
                <a:solidFill>
                  <a:srgbClr val="000000"/>
                </a:solidFill>
                <a:latin typeface="Arial"/>
                <a:ea typeface="Arial"/>
              </a:rPr>
              <a:t>code quality &amp; maintainability</a:t>
            </a:r>
            <a:endParaRPr b="0" lang="en-IN" sz="1500" spc="-1" strike="noStrike">
              <a:solidFill>
                <a:srgbClr val="000000"/>
              </a:solidFill>
              <a:latin typeface="Arial"/>
            </a:endParaRPr>
          </a:p>
          <a:p>
            <a:pPr marL="457200" indent="-324000">
              <a:lnSpc>
                <a:spcPct val="115000"/>
              </a:lnSpc>
              <a:buClr>
                <a:srgbClr val="000000"/>
              </a:buClr>
              <a:buFont typeface="Arial"/>
              <a:buChar char="●"/>
              <a:tabLst>
                <a:tab algn="l" pos="0"/>
              </a:tabLst>
            </a:pPr>
            <a:r>
              <a:rPr b="0" lang="en" sz="1500" spc="-1" strike="noStrike">
                <a:solidFill>
                  <a:srgbClr val="000000"/>
                </a:solidFill>
                <a:latin typeface="Arial"/>
                <a:ea typeface="Arial"/>
              </a:rPr>
              <a:t>Encourages </a:t>
            </a:r>
            <a:r>
              <a:rPr b="1" lang="en" sz="1500" spc="-1" strike="noStrike">
                <a:solidFill>
                  <a:srgbClr val="000000"/>
                </a:solidFill>
                <a:latin typeface="Arial"/>
                <a:ea typeface="Arial"/>
              </a:rPr>
              <a:t>collaboration and learning</a:t>
            </a:r>
            <a:endParaRPr b="0" lang="en-IN" sz="1500" spc="-1" strike="noStrike">
              <a:solidFill>
                <a:srgbClr val="000000"/>
              </a:solidFill>
              <a:latin typeface="Arial"/>
            </a:endParaRPr>
          </a:p>
          <a:p>
            <a:pPr marL="457200" indent="-324000">
              <a:lnSpc>
                <a:spcPct val="115000"/>
              </a:lnSpc>
              <a:buClr>
                <a:srgbClr val="000000"/>
              </a:buClr>
              <a:buFont typeface="Arial"/>
              <a:buChar char="●"/>
              <a:tabLst>
                <a:tab algn="l" pos="0"/>
              </a:tabLst>
            </a:pPr>
            <a:r>
              <a:rPr b="0" lang="en" sz="1500" spc="-1" strike="noStrike">
                <a:solidFill>
                  <a:srgbClr val="000000"/>
                </a:solidFill>
                <a:latin typeface="Arial"/>
                <a:ea typeface="Arial"/>
              </a:rPr>
              <a:t>Engineers report </a:t>
            </a:r>
            <a:r>
              <a:rPr b="1" lang="en" sz="1500" spc="-1" strike="noStrike">
                <a:solidFill>
                  <a:srgbClr val="000000"/>
                </a:solidFill>
                <a:latin typeface="Arial"/>
                <a:ea typeface="Arial"/>
              </a:rPr>
              <a:t>higher code quality</a:t>
            </a:r>
            <a:r>
              <a:rPr b="0" lang="en" sz="1500" spc="-1" strike="noStrike">
                <a:solidFill>
                  <a:srgbClr val="000000"/>
                </a:solidFill>
                <a:latin typeface="Arial"/>
                <a:ea typeface="Arial"/>
              </a:rPr>
              <a:t> and </a:t>
            </a:r>
            <a:r>
              <a:rPr b="1" lang="en" sz="1500" spc="-1" strike="noStrike">
                <a:solidFill>
                  <a:srgbClr val="000000"/>
                </a:solidFill>
                <a:latin typeface="Arial"/>
                <a:ea typeface="Arial"/>
              </a:rPr>
              <a:t>learning value</a:t>
            </a:r>
            <a:endParaRPr b="0" lang="en-IN" sz="1500" spc="-1" strike="noStrike">
              <a:solidFill>
                <a:srgbClr val="000000"/>
              </a:solidFill>
              <a:latin typeface="Arial"/>
            </a:endParaRPr>
          </a:p>
          <a:p>
            <a:pPr>
              <a:lnSpc>
                <a:spcPct val="115000"/>
              </a:lnSpc>
              <a:spcAft>
                <a:spcPts val="1199"/>
              </a:spcAft>
              <a:buNone/>
              <a:tabLst>
                <a:tab algn="l" pos="0"/>
              </a:tabLst>
            </a:pP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311760" y="444960"/>
            <a:ext cx="8520120" cy="572400"/>
          </a:xfrm>
          <a:prstGeom prst="rect">
            <a:avLst/>
          </a:prstGeom>
          <a:noFill/>
          <a:ln w="0">
            <a:noFill/>
          </a:ln>
        </p:spPr>
        <p:txBody>
          <a:bodyPr tIns="91440" bIns="91440" anchor="t">
            <a:normAutofit/>
          </a:bodyPr>
          <a:p>
            <a:pPr>
              <a:lnSpc>
                <a:spcPct val="100000"/>
              </a:lnSpc>
              <a:buNone/>
              <a:tabLst>
                <a:tab algn="l" pos="0"/>
              </a:tabLst>
            </a:pPr>
            <a:r>
              <a:rPr b="1" lang="en" sz="2420" spc="-1" strike="noStrike">
                <a:solidFill>
                  <a:srgbClr val="000000"/>
                </a:solidFill>
                <a:latin typeface="Arial"/>
                <a:ea typeface="Arial"/>
              </a:rPr>
              <a:t>Readability at Google: Mentorship Through Code Review</a:t>
            </a:r>
            <a:endParaRPr b="0" lang="en-IN" sz="2420" spc="-1" strike="noStrike">
              <a:solidFill>
                <a:srgbClr val="000000"/>
              </a:solidFill>
              <a:latin typeface="Arial"/>
            </a:endParaRPr>
          </a:p>
        </p:txBody>
      </p:sp>
      <p:sp>
        <p:nvSpPr>
          <p:cNvPr id="117" name="PlaceHolder 2"/>
          <p:cNvSpPr>
            <a:spLocks noGrp="1"/>
          </p:cNvSpPr>
          <p:nvPr>
            <p:ph/>
          </p:nvPr>
        </p:nvSpPr>
        <p:spPr>
          <a:xfrm>
            <a:off x="311760" y="1152360"/>
            <a:ext cx="8520120" cy="3416040"/>
          </a:xfrm>
          <a:prstGeom prst="rect">
            <a:avLst/>
          </a:prstGeom>
          <a:noFill/>
          <a:ln w="0">
            <a:noFill/>
          </a:ln>
        </p:spPr>
        <p:txBody>
          <a:bodyPr tIns="91440" bIns="91440" anchor="t">
            <a:noAutofit/>
          </a:bodyPr>
          <a:p>
            <a:pPr>
              <a:lnSpc>
                <a:spcPct val="115000"/>
              </a:lnSpc>
              <a:buNone/>
              <a:tabLst>
                <a:tab algn="l" pos="0"/>
              </a:tabLst>
            </a:pPr>
            <a:r>
              <a:rPr b="1" lang="en" sz="2100" spc="-1" strike="noStrike">
                <a:solidFill>
                  <a:srgbClr val="0000ff"/>
                </a:solidFill>
                <a:latin typeface="Arial"/>
                <a:ea typeface="Arial"/>
              </a:rPr>
              <a:t>Challenges:</a:t>
            </a:r>
            <a:endParaRPr b="0" lang="en-IN" sz="2100" spc="-1" strike="noStrike">
              <a:solidFill>
                <a:srgbClr val="000000"/>
              </a:solidFill>
              <a:latin typeface="Arial"/>
            </a:endParaRPr>
          </a:p>
          <a:p>
            <a:pPr marL="457200" indent="-361800">
              <a:lnSpc>
                <a:spcPct val="115000"/>
              </a:lnSpc>
              <a:buClr>
                <a:srgbClr val="000000"/>
              </a:buClr>
              <a:buFont typeface="Arial"/>
              <a:buChar char="●"/>
              <a:tabLst>
                <a:tab algn="l" pos="0"/>
              </a:tabLst>
            </a:pPr>
            <a:r>
              <a:rPr b="0" lang="en" sz="2100" spc="-1" strike="noStrike">
                <a:solidFill>
                  <a:srgbClr val="000000"/>
                </a:solidFill>
                <a:latin typeface="Arial"/>
                <a:ea typeface="Arial"/>
              </a:rPr>
              <a:t>Requires external reviewers if team lacks readability-certified members.</a:t>
            </a:r>
            <a:endParaRPr b="0" lang="en-IN" sz="2100" spc="-1" strike="noStrike">
              <a:solidFill>
                <a:srgbClr val="000000"/>
              </a:solidFill>
              <a:latin typeface="Arial"/>
            </a:endParaRPr>
          </a:p>
          <a:p>
            <a:pPr marL="457200" indent="-361800">
              <a:lnSpc>
                <a:spcPct val="115000"/>
              </a:lnSpc>
              <a:buClr>
                <a:srgbClr val="000000"/>
              </a:buClr>
              <a:buFont typeface="Arial"/>
              <a:buChar char="●"/>
              <a:tabLst>
                <a:tab algn="l" pos="0"/>
              </a:tabLst>
            </a:pPr>
            <a:r>
              <a:rPr b="1" lang="en" sz="2100" spc="-1" strike="noStrike">
                <a:solidFill>
                  <a:srgbClr val="000000"/>
                </a:solidFill>
                <a:latin typeface="Arial"/>
                <a:ea typeface="Arial"/>
              </a:rPr>
              <a:t>Human-driven</a:t>
            </a:r>
            <a:r>
              <a:rPr b="0" lang="en" sz="2100" spc="-1" strike="noStrike">
                <a:solidFill>
                  <a:srgbClr val="000000"/>
                </a:solidFill>
                <a:latin typeface="Arial"/>
                <a:ea typeface="Arial"/>
              </a:rPr>
              <a:t> → scales linearly</a:t>
            </a:r>
            <a:endParaRPr b="0" lang="en-IN" sz="2100" spc="-1" strike="noStrike">
              <a:solidFill>
                <a:srgbClr val="000000"/>
              </a:solidFill>
              <a:latin typeface="Arial"/>
            </a:endParaRPr>
          </a:p>
          <a:p>
            <a:pPr marL="457200" indent="-361800">
              <a:lnSpc>
                <a:spcPct val="115000"/>
              </a:lnSpc>
              <a:buClr>
                <a:srgbClr val="000000"/>
              </a:buClr>
              <a:buFont typeface="Arial"/>
              <a:buChar char="●"/>
              <a:tabLst>
                <a:tab algn="l" pos="0"/>
              </a:tabLst>
            </a:pPr>
            <a:r>
              <a:rPr b="1" lang="en" sz="2100" spc="-1" strike="noStrike">
                <a:solidFill>
                  <a:srgbClr val="000000"/>
                </a:solidFill>
                <a:latin typeface="Arial"/>
                <a:ea typeface="Arial"/>
              </a:rPr>
              <a:t>Short-term latency</a:t>
            </a:r>
            <a:r>
              <a:rPr b="0" lang="en" sz="2100" spc="-1" strike="noStrike">
                <a:solidFill>
                  <a:srgbClr val="000000"/>
                </a:solidFill>
                <a:latin typeface="Arial"/>
                <a:ea typeface="Arial"/>
              </a:rPr>
              <a:t> vs. </a:t>
            </a:r>
            <a:r>
              <a:rPr b="1" lang="en" sz="2100" spc="-1" strike="noStrike">
                <a:solidFill>
                  <a:srgbClr val="000000"/>
                </a:solidFill>
                <a:latin typeface="Arial"/>
                <a:ea typeface="Arial"/>
              </a:rPr>
              <a:t>long-term quality gains</a:t>
            </a:r>
            <a:endParaRPr b="0" lang="en-IN"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7</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
  <dcterms:modified xsi:type="dcterms:W3CDTF">2025-09-19T11:41:14Z</dcterms:modified>
  <cp:revision>1</cp:revision>
  <dc:subject/>
  <dc:title/>
</cp:coreProperties>
</file>